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4"/>
  </p:notesMasterIdLst>
  <p:sldIdLst>
    <p:sldId id="258" r:id="rId5"/>
    <p:sldId id="337" r:id="rId6"/>
    <p:sldId id="375" r:id="rId7"/>
    <p:sldId id="379" r:id="rId8"/>
    <p:sldId id="423" r:id="rId9"/>
    <p:sldId id="377" r:id="rId10"/>
    <p:sldId id="381" r:id="rId11"/>
    <p:sldId id="382" r:id="rId12"/>
    <p:sldId id="384" r:id="rId13"/>
    <p:sldId id="378" r:id="rId14"/>
    <p:sldId id="380" r:id="rId15"/>
    <p:sldId id="385" r:id="rId16"/>
    <p:sldId id="387" r:id="rId17"/>
    <p:sldId id="388" r:id="rId18"/>
    <p:sldId id="389" r:id="rId19"/>
    <p:sldId id="390" r:id="rId20"/>
    <p:sldId id="391" r:id="rId21"/>
    <p:sldId id="392" r:id="rId22"/>
    <p:sldId id="424" r:id="rId23"/>
    <p:sldId id="376" r:id="rId24"/>
    <p:sldId id="393" r:id="rId25"/>
    <p:sldId id="396" r:id="rId26"/>
    <p:sldId id="395" r:id="rId27"/>
    <p:sldId id="394" r:id="rId28"/>
    <p:sldId id="425" r:id="rId29"/>
    <p:sldId id="397" r:id="rId30"/>
    <p:sldId id="399" r:id="rId31"/>
    <p:sldId id="403" r:id="rId32"/>
    <p:sldId id="427" r:id="rId33"/>
    <p:sldId id="426" r:id="rId34"/>
    <p:sldId id="405" r:id="rId35"/>
    <p:sldId id="407" r:id="rId36"/>
    <p:sldId id="406" r:id="rId37"/>
    <p:sldId id="409" r:id="rId38"/>
    <p:sldId id="408" r:id="rId39"/>
    <p:sldId id="410" r:id="rId40"/>
    <p:sldId id="413" r:id="rId41"/>
    <p:sldId id="411" r:id="rId42"/>
    <p:sldId id="415" r:id="rId43"/>
    <p:sldId id="416" r:id="rId44"/>
    <p:sldId id="417" r:id="rId45"/>
    <p:sldId id="418" r:id="rId46"/>
    <p:sldId id="419" r:id="rId47"/>
    <p:sldId id="421" r:id="rId48"/>
    <p:sldId id="420" r:id="rId49"/>
    <p:sldId id="422" r:id="rId50"/>
    <p:sldId id="412" r:id="rId51"/>
    <p:sldId id="401" r:id="rId52"/>
    <p:sldId id="404" r:id="rId5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681B49CB-FED0-411E-B2BF-A1458787B526}">
          <p14:sldIdLst>
            <p14:sldId id="258"/>
          </p14:sldIdLst>
        </p14:section>
        <p14:section name="引入" id="{D00896F5-0C7A-4328-9D57-84D00BEE7599}">
          <p14:sldIdLst>
            <p14:sldId id="337"/>
            <p14:sldId id="375"/>
          </p14:sldIdLst>
        </p14:section>
        <p14:section name="分析方法" id="{45E53AD4-8056-44A2-BA43-D7B33A75C833}">
          <p14:sldIdLst>
            <p14:sldId id="379"/>
            <p14:sldId id="423"/>
            <p14:sldId id="377"/>
            <p14:sldId id="381"/>
            <p14:sldId id="382"/>
            <p14:sldId id="384"/>
            <p14:sldId id="378"/>
            <p14:sldId id="380"/>
            <p14:sldId id="385"/>
            <p14:sldId id="387"/>
            <p14:sldId id="388"/>
            <p14:sldId id="389"/>
            <p14:sldId id="390"/>
            <p14:sldId id="391"/>
            <p14:sldId id="392"/>
            <p14:sldId id="424"/>
            <p14:sldId id="376"/>
          </p14:sldIdLst>
        </p14:section>
        <p14:section name="结果" id="{56B997EF-817C-4BB2-8276-1959267DFA88}">
          <p14:sldIdLst>
            <p14:sldId id="393"/>
            <p14:sldId id="396"/>
            <p14:sldId id="395"/>
            <p14:sldId id="394"/>
            <p14:sldId id="425"/>
            <p14:sldId id="397"/>
            <p14:sldId id="399"/>
            <p14:sldId id="403"/>
            <p14:sldId id="427"/>
            <p14:sldId id="426"/>
            <p14:sldId id="405"/>
            <p14:sldId id="407"/>
            <p14:sldId id="406"/>
            <p14:sldId id="409"/>
          </p14:sldIdLst>
        </p14:section>
        <p14:section name="讨论与展望" id="{979FD0CB-2ED3-491D-93B8-5603BDCDECF1}">
          <p14:sldIdLst>
            <p14:sldId id="408"/>
          </p14:sldIdLst>
        </p14:section>
        <p14:section name="其他" id="{232AE03B-D0A1-4D72-A456-58EBCC0EB527}">
          <p14:sldIdLst>
            <p14:sldId id="410"/>
            <p14:sldId id="413"/>
            <p14:sldId id="411"/>
            <p14:sldId id="415"/>
            <p14:sldId id="416"/>
            <p14:sldId id="417"/>
            <p14:sldId id="418"/>
            <p14:sldId id="419"/>
            <p14:sldId id="421"/>
            <p14:sldId id="420"/>
            <p14:sldId id="422"/>
            <p14:sldId id="412"/>
            <p14:sldId id="401"/>
            <p14:sldId id="4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4CFE38-6E00-4E4A-971A-76EBF78284E2}" v="270" dt="2022-09-05T02:25:18.4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01" autoAdjust="0"/>
    <p:restoredTop sz="94660"/>
  </p:normalViewPr>
  <p:slideViewPr>
    <p:cSldViewPr snapToGrid="0">
      <p:cViewPr varScale="1">
        <p:scale>
          <a:sx n="71" d="100"/>
          <a:sy n="71" d="100"/>
        </p:scale>
        <p:origin x="98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wanke" userId="2eea59ba-b83b-4a63-b222-cef7f900ec6d" providerId="ADAL" clId="{0B4CFE38-6E00-4E4A-971A-76EBF78284E2}"/>
    <pc:docChg chg="undo redo custSel addSld delSld modSld sldOrd delSection modSection">
      <pc:chgData name="panwanke" userId="2eea59ba-b83b-4a63-b222-cef7f900ec6d" providerId="ADAL" clId="{0B4CFE38-6E00-4E4A-971A-76EBF78284E2}" dt="2022-09-05T02:28:43.827" v="3951" actId="47"/>
      <pc:docMkLst>
        <pc:docMk/>
      </pc:docMkLst>
      <pc:sldChg chg="modSp mod">
        <pc:chgData name="panwanke" userId="2eea59ba-b83b-4a63-b222-cef7f900ec6d" providerId="ADAL" clId="{0B4CFE38-6E00-4E4A-971A-76EBF78284E2}" dt="2022-09-05T01:18:45.921" v="3381" actId="20577"/>
        <pc:sldMkLst>
          <pc:docMk/>
          <pc:sldMk cId="2963575219" sldId="258"/>
        </pc:sldMkLst>
        <pc:spChg chg="mod">
          <ac:chgData name="panwanke" userId="2eea59ba-b83b-4a63-b222-cef7f900ec6d" providerId="ADAL" clId="{0B4CFE38-6E00-4E4A-971A-76EBF78284E2}" dt="2022-09-05T01:18:45.921" v="3381" actId="20577"/>
          <ac:spMkLst>
            <pc:docMk/>
            <pc:sldMk cId="2963575219" sldId="258"/>
            <ac:spMk id="2" creationId="{F6139978-E556-4ED3-A26F-6683AE01867D}"/>
          </ac:spMkLst>
        </pc:spChg>
      </pc:sldChg>
      <pc:sldChg chg="del">
        <pc:chgData name="panwanke" userId="2eea59ba-b83b-4a63-b222-cef7f900ec6d" providerId="ADAL" clId="{0B4CFE38-6E00-4E4A-971A-76EBF78284E2}" dt="2022-08-29T08:23:26.632" v="1092" actId="47"/>
        <pc:sldMkLst>
          <pc:docMk/>
          <pc:sldMk cId="4288639322" sldId="260"/>
        </pc:sldMkLst>
      </pc:sldChg>
      <pc:sldChg chg="del">
        <pc:chgData name="panwanke" userId="2eea59ba-b83b-4a63-b222-cef7f900ec6d" providerId="ADAL" clId="{0B4CFE38-6E00-4E4A-971A-76EBF78284E2}" dt="2022-08-29T08:23:26.632" v="1092" actId="47"/>
        <pc:sldMkLst>
          <pc:docMk/>
          <pc:sldMk cId="2909170314" sldId="272"/>
        </pc:sldMkLst>
      </pc:sldChg>
      <pc:sldChg chg="del">
        <pc:chgData name="panwanke" userId="2eea59ba-b83b-4a63-b222-cef7f900ec6d" providerId="ADAL" clId="{0B4CFE38-6E00-4E4A-971A-76EBF78284E2}" dt="2022-08-29T08:23:26.632" v="1092" actId="47"/>
        <pc:sldMkLst>
          <pc:docMk/>
          <pc:sldMk cId="4210227339" sldId="285"/>
        </pc:sldMkLst>
      </pc:sldChg>
      <pc:sldChg chg="del">
        <pc:chgData name="panwanke" userId="2eea59ba-b83b-4a63-b222-cef7f900ec6d" providerId="ADAL" clId="{0B4CFE38-6E00-4E4A-971A-76EBF78284E2}" dt="2022-08-29T08:23:26.632" v="1092" actId="47"/>
        <pc:sldMkLst>
          <pc:docMk/>
          <pc:sldMk cId="2643928822" sldId="297"/>
        </pc:sldMkLst>
      </pc:sldChg>
      <pc:sldChg chg="del">
        <pc:chgData name="panwanke" userId="2eea59ba-b83b-4a63-b222-cef7f900ec6d" providerId="ADAL" clId="{0B4CFE38-6E00-4E4A-971A-76EBF78284E2}" dt="2022-08-29T08:23:26.632" v="1092" actId="47"/>
        <pc:sldMkLst>
          <pc:docMk/>
          <pc:sldMk cId="656461484" sldId="304"/>
        </pc:sldMkLst>
      </pc:sldChg>
      <pc:sldChg chg="delSp mod">
        <pc:chgData name="panwanke" userId="2eea59ba-b83b-4a63-b222-cef7f900ec6d" providerId="ADAL" clId="{0B4CFE38-6E00-4E4A-971A-76EBF78284E2}" dt="2022-08-29T07:44:03.751" v="757" actId="478"/>
        <pc:sldMkLst>
          <pc:docMk/>
          <pc:sldMk cId="2887700007" sldId="337"/>
        </pc:sldMkLst>
        <pc:picChg chg="del">
          <ac:chgData name="panwanke" userId="2eea59ba-b83b-4a63-b222-cef7f900ec6d" providerId="ADAL" clId="{0B4CFE38-6E00-4E4A-971A-76EBF78284E2}" dt="2022-08-29T07:44:03.751" v="757" actId="478"/>
          <ac:picMkLst>
            <pc:docMk/>
            <pc:sldMk cId="2887700007" sldId="337"/>
            <ac:picMk id="6" creationId="{CD3076B0-0FD6-DEB3-14CC-27BD71633E43}"/>
          </ac:picMkLst>
        </pc:picChg>
      </pc:sldChg>
      <pc:sldChg chg="del">
        <pc:chgData name="panwanke" userId="2eea59ba-b83b-4a63-b222-cef7f900ec6d" providerId="ADAL" clId="{0B4CFE38-6E00-4E4A-971A-76EBF78284E2}" dt="2022-08-29T08:01:17.593" v="849" actId="47"/>
        <pc:sldMkLst>
          <pc:docMk/>
          <pc:sldMk cId="2037548644" sldId="339"/>
        </pc:sldMkLst>
      </pc:sldChg>
      <pc:sldChg chg="del">
        <pc:chgData name="panwanke" userId="2eea59ba-b83b-4a63-b222-cef7f900ec6d" providerId="ADAL" clId="{0B4CFE38-6E00-4E4A-971A-76EBF78284E2}" dt="2022-08-29T08:23:33.156" v="1093" actId="47"/>
        <pc:sldMkLst>
          <pc:docMk/>
          <pc:sldMk cId="752779211" sldId="346"/>
        </pc:sldMkLst>
      </pc:sldChg>
      <pc:sldChg chg="del">
        <pc:chgData name="panwanke" userId="2eea59ba-b83b-4a63-b222-cef7f900ec6d" providerId="ADAL" clId="{0B4CFE38-6E00-4E4A-971A-76EBF78284E2}" dt="2022-08-29T08:23:33.156" v="1093" actId="47"/>
        <pc:sldMkLst>
          <pc:docMk/>
          <pc:sldMk cId="3474819934" sldId="350"/>
        </pc:sldMkLst>
      </pc:sldChg>
      <pc:sldChg chg="del">
        <pc:chgData name="panwanke" userId="2eea59ba-b83b-4a63-b222-cef7f900ec6d" providerId="ADAL" clId="{0B4CFE38-6E00-4E4A-971A-76EBF78284E2}" dt="2022-08-29T08:23:33.156" v="1093" actId="47"/>
        <pc:sldMkLst>
          <pc:docMk/>
          <pc:sldMk cId="4073871530" sldId="351"/>
        </pc:sldMkLst>
      </pc:sldChg>
      <pc:sldChg chg="del">
        <pc:chgData name="panwanke" userId="2eea59ba-b83b-4a63-b222-cef7f900ec6d" providerId="ADAL" clId="{0B4CFE38-6E00-4E4A-971A-76EBF78284E2}" dt="2022-08-29T08:23:26.632" v="1092" actId="47"/>
        <pc:sldMkLst>
          <pc:docMk/>
          <pc:sldMk cId="3635713128" sldId="353"/>
        </pc:sldMkLst>
      </pc:sldChg>
      <pc:sldChg chg="del">
        <pc:chgData name="panwanke" userId="2eea59ba-b83b-4a63-b222-cef7f900ec6d" providerId="ADAL" clId="{0B4CFE38-6E00-4E4A-971A-76EBF78284E2}" dt="2022-08-29T08:23:26.632" v="1092" actId="47"/>
        <pc:sldMkLst>
          <pc:docMk/>
          <pc:sldMk cId="104722219" sldId="354"/>
        </pc:sldMkLst>
      </pc:sldChg>
      <pc:sldChg chg="del">
        <pc:chgData name="panwanke" userId="2eea59ba-b83b-4a63-b222-cef7f900ec6d" providerId="ADAL" clId="{0B4CFE38-6E00-4E4A-971A-76EBF78284E2}" dt="2022-08-29T08:23:26.632" v="1092" actId="47"/>
        <pc:sldMkLst>
          <pc:docMk/>
          <pc:sldMk cId="3978968773" sldId="356"/>
        </pc:sldMkLst>
      </pc:sldChg>
      <pc:sldChg chg="del">
        <pc:chgData name="panwanke" userId="2eea59ba-b83b-4a63-b222-cef7f900ec6d" providerId="ADAL" clId="{0B4CFE38-6E00-4E4A-971A-76EBF78284E2}" dt="2022-08-29T08:23:26.632" v="1092" actId="47"/>
        <pc:sldMkLst>
          <pc:docMk/>
          <pc:sldMk cId="2233840305" sldId="360"/>
        </pc:sldMkLst>
      </pc:sldChg>
      <pc:sldChg chg="del">
        <pc:chgData name="panwanke" userId="2eea59ba-b83b-4a63-b222-cef7f900ec6d" providerId="ADAL" clId="{0B4CFE38-6E00-4E4A-971A-76EBF78284E2}" dt="2022-08-29T08:23:26.632" v="1092" actId="47"/>
        <pc:sldMkLst>
          <pc:docMk/>
          <pc:sldMk cId="1845212027" sldId="373"/>
        </pc:sldMkLst>
      </pc:sldChg>
      <pc:sldChg chg="delSp modSp mod">
        <pc:chgData name="panwanke" userId="2eea59ba-b83b-4a63-b222-cef7f900ec6d" providerId="ADAL" clId="{0B4CFE38-6E00-4E4A-971A-76EBF78284E2}" dt="2022-08-29T07:44:01.878" v="756" actId="478"/>
        <pc:sldMkLst>
          <pc:docMk/>
          <pc:sldMk cId="2364252931" sldId="375"/>
        </pc:sldMkLst>
        <pc:spChg chg="mod">
          <ac:chgData name="panwanke" userId="2eea59ba-b83b-4a63-b222-cef7f900ec6d" providerId="ADAL" clId="{0B4CFE38-6E00-4E4A-971A-76EBF78284E2}" dt="2022-08-29T01:54:51.663" v="6" actId="20577"/>
          <ac:spMkLst>
            <pc:docMk/>
            <pc:sldMk cId="2364252931" sldId="375"/>
            <ac:spMk id="11" creationId="{30F87091-133D-DADE-F14C-D708A91420A6}"/>
          </ac:spMkLst>
        </pc:spChg>
        <pc:spChg chg="mod">
          <ac:chgData name="panwanke" userId="2eea59ba-b83b-4a63-b222-cef7f900ec6d" providerId="ADAL" clId="{0B4CFE38-6E00-4E4A-971A-76EBF78284E2}" dt="2022-08-29T03:02:19.213" v="337" actId="1076"/>
          <ac:spMkLst>
            <pc:docMk/>
            <pc:sldMk cId="2364252931" sldId="375"/>
            <ac:spMk id="18" creationId="{A02C8F4E-FA2D-678C-1A57-930C5DF8A889}"/>
          </ac:spMkLst>
        </pc:spChg>
        <pc:picChg chg="del">
          <ac:chgData name="panwanke" userId="2eea59ba-b83b-4a63-b222-cef7f900ec6d" providerId="ADAL" clId="{0B4CFE38-6E00-4E4A-971A-76EBF78284E2}" dt="2022-08-29T07:44:01.878" v="756" actId="478"/>
          <ac:picMkLst>
            <pc:docMk/>
            <pc:sldMk cId="2364252931" sldId="375"/>
            <ac:picMk id="6" creationId="{CD3076B0-0FD6-DEB3-14CC-27BD71633E43}"/>
          </ac:picMkLst>
        </pc:picChg>
      </pc:sldChg>
      <pc:sldChg chg="addSp delSp modSp add mod ord">
        <pc:chgData name="panwanke" userId="2eea59ba-b83b-4a63-b222-cef7f900ec6d" providerId="ADAL" clId="{0B4CFE38-6E00-4E4A-971A-76EBF78284E2}" dt="2022-09-05T01:55:23.991" v="3418" actId="20577"/>
        <pc:sldMkLst>
          <pc:docMk/>
          <pc:sldMk cId="2790163247" sldId="376"/>
        </pc:sldMkLst>
        <pc:spChg chg="add del">
          <ac:chgData name="panwanke" userId="2eea59ba-b83b-4a63-b222-cef7f900ec6d" providerId="ADAL" clId="{0B4CFE38-6E00-4E4A-971A-76EBF78284E2}" dt="2022-08-29T03:00:12.782" v="219"/>
          <ac:spMkLst>
            <pc:docMk/>
            <pc:sldMk cId="2790163247" sldId="376"/>
            <ac:spMk id="3" creationId="{5B8FA9CC-C291-9BAB-2286-C867A4906046}"/>
          </ac:spMkLst>
        </pc:spChg>
        <pc:spChg chg="add del">
          <ac:chgData name="panwanke" userId="2eea59ba-b83b-4a63-b222-cef7f900ec6d" providerId="ADAL" clId="{0B4CFE38-6E00-4E4A-971A-76EBF78284E2}" dt="2022-08-29T03:00:15.909" v="221"/>
          <ac:spMkLst>
            <pc:docMk/>
            <pc:sldMk cId="2790163247" sldId="376"/>
            <ac:spMk id="7" creationId="{F6EE95C8-E45B-CAE4-9B82-3F34158E380B}"/>
          </ac:spMkLst>
        </pc:spChg>
        <pc:spChg chg="add del">
          <ac:chgData name="panwanke" userId="2eea59ba-b83b-4a63-b222-cef7f900ec6d" providerId="ADAL" clId="{0B4CFE38-6E00-4E4A-971A-76EBF78284E2}" dt="2022-08-29T03:00:22.053" v="226"/>
          <ac:spMkLst>
            <pc:docMk/>
            <pc:sldMk cId="2790163247" sldId="376"/>
            <ac:spMk id="8" creationId="{F11F7443-7763-205C-EF57-0132F54B581D}"/>
          </ac:spMkLst>
        </pc:spChg>
        <pc:spChg chg="add del">
          <ac:chgData name="panwanke" userId="2eea59ba-b83b-4a63-b222-cef7f900ec6d" providerId="ADAL" clId="{0B4CFE38-6E00-4E4A-971A-76EBF78284E2}" dt="2022-08-29T03:00:24.632" v="228"/>
          <ac:spMkLst>
            <pc:docMk/>
            <pc:sldMk cId="2790163247" sldId="376"/>
            <ac:spMk id="9" creationId="{ECC3D37F-7C04-06EE-F71E-AE71A304E3A3}"/>
          </ac:spMkLst>
        </pc:spChg>
        <pc:spChg chg="add del">
          <ac:chgData name="panwanke" userId="2eea59ba-b83b-4a63-b222-cef7f900ec6d" providerId="ADAL" clId="{0B4CFE38-6E00-4E4A-971A-76EBF78284E2}" dt="2022-08-29T03:00:29.462" v="230"/>
          <ac:spMkLst>
            <pc:docMk/>
            <pc:sldMk cId="2790163247" sldId="376"/>
            <ac:spMk id="10" creationId="{4B782B3C-5295-2871-B823-9A23D0CC156C}"/>
          </ac:spMkLst>
        </pc:spChg>
        <pc:spChg chg="mod">
          <ac:chgData name="panwanke" userId="2eea59ba-b83b-4a63-b222-cef7f900ec6d" providerId="ADAL" clId="{0B4CFE38-6E00-4E4A-971A-76EBF78284E2}" dt="2022-08-29T03:00:05.769" v="217" actId="20577"/>
          <ac:spMkLst>
            <pc:docMk/>
            <pc:sldMk cId="2790163247" sldId="376"/>
            <ac:spMk id="11" creationId="{30F87091-133D-DADE-F14C-D708A91420A6}"/>
          </ac:spMkLst>
        </pc:spChg>
        <pc:spChg chg="add del mod">
          <ac:chgData name="panwanke" userId="2eea59ba-b83b-4a63-b222-cef7f900ec6d" providerId="ADAL" clId="{0B4CFE38-6E00-4E4A-971A-76EBF78284E2}" dt="2022-08-29T03:00:42.897" v="237" actId="478"/>
          <ac:spMkLst>
            <pc:docMk/>
            <pc:sldMk cId="2790163247" sldId="376"/>
            <ac:spMk id="13" creationId="{3C3DFCBC-D4D5-307C-DB14-169C455C3C41}"/>
          </ac:spMkLst>
        </pc:spChg>
        <pc:spChg chg="add mod">
          <ac:chgData name="panwanke" userId="2eea59ba-b83b-4a63-b222-cef7f900ec6d" providerId="ADAL" clId="{0B4CFE38-6E00-4E4A-971A-76EBF78284E2}" dt="2022-09-05T01:55:23.991" v="3418" actId="20577"/>
          <ac:spMkLst>
            <pc:docMk/>
            <pc:sldMk cId="2790163247" sldId="376"/>
            <ac:spMk id="17" creationId="{F18D6AE3-6F30-7BA0-B967-208A8AFCFC4C}"/>
          </ac:spMkLst>
        </pc:spChg>
        <pc:spChg chg="del mod">
          <ac:chgData name="panwanke" userId="2eea59ba-b83b-4a63-b222-cef7f900ec6d" providerId="ADAL" clId="{0B4CFE38-6E00-4E4A-971A-76EBF78284E2}" dt="2022-08-29T03:00:36.564" v="234"/>
          <ac:spMkLst>
            <pc:docMk/>
            <pc:sldMk cId="2790163247" sldId="376"/>
            <ac:spMk id="18" creationId="{A02C8F4E-FA2D-678C-1A57-930C5DF8A889}"/>
          </ac:spMkLst>
        </pc:spChg>
        <pc:spChg chg="add del">
          <ac:chgData name="panwanke" userId="2eea59ba-b83b-4a63-b222-cef7f900ec6d" providerId="ADAL" clId="{0B4CFE38-6E00-4E4A-971A-76EBF78284E2}" dt="2022-08-29T03:01:16.118" v="254"/>
          <ac:spMkLst>
            <pc:docMk/>
            <pc:sldMk cId="2790163247" sldId="376"/>
            <ac:spMk id="19" creationId="{CD5364D7-1967-9820-EF0A-128A546F1558}"/>
          </ac:spMkLst>
        </pc:spChg>
        <pc:picChg chg="del">
          <ac:chgData name="panwanke" userId="2eea59ba-b83b-4a63-b222-cef7f900ec6d" providerId="ADAL" clId="{0B4CFE38-6E00-4E4A-971A-76EBF78284E2}" dt="2022-08-29T07:43:48.816" v="752" actId="478"/>
          <ac:picMkLst>
            <pc:docMk/>
            <pc:sldMk cId="2790163247" sldId="376"/>
            <ac:picMk id="6" creationId="{CD3076B0-0FD6-DEB3-14CC-27BD71633E43}"/>
          </ac:picMkLst>
        </pc:picChg>
      </pc:sldChg>
      <pc:sldChg chg="addSp delSp modSp add mod ord delAnim modAnim">
        <pc:chgData name="panwanke" userId="2eea59ba-b83b-4a63-b222-cef7f900ec6d" providerId="ADAL" clId="{0B4CFE38-6E00-4E4A-971A-76EBF78284E2}" dt="2022-08-29T08:23:57.800" v="1098"/>
        <pc:sldMkLst>
          <pc:docMk/>
          <pc:sldMk cId="2187156394" sldId="377"/>
        </pc:sldMkLst>
        <pc:spChg chg="add del">
          <ac:chgData name="panwanke" userId="2eea59ba-b83b-4a63-b222-cef7f900ec6d" providerId="ADAL" clId="{0B4CFE38-6E00-4E4A-971A-76EBF78284E2}" dt="2022-08-29T03:06:14.544" v="363"/>
          <ac:spMkLst>
            <pc:docMk/>
            <pc:sldMk cId="2187156394" sldId="377"/>
            <ac:spMk id="3" creationId="{4AD393C0-2BAD-C7DB-2D74-6F1E815035EB}"/>
          </ac:spMkLst>
        </pc:spChg>
        <pc:spChg chg="add del">
          <ac:chgData name="panwanke" userId="2eea59ba-b83b-4a63-b222-cef7f900ec6d" providerId="ADAL" clId="{0B4CFE38-6E00-4E4A-971A-76EBF78284E2}" dt="2022-08-29T03:06:22.676" v="366" actId="22"/>
          <ac:spMkLst>
            <pc:docMk/>
            <pc:sldMk cId="2187156394" sldId="377"/>
            <ac:spMk id="8" creationId="{CB521E2C-5219-F628-7A73-1BBEF22BE0EC}"/>
          </ac:spMkLst>
        </pc:spChg>
        <pc:spChg chg="del mod">
          <ac:chgData name="panwanke" userId="2eea59ba-b83b-4a63-b222-cef7f900ec6d" providerId="ADAL" clId="{0B4CFE38-6E00-4E4A-971A-76EBF78284E2}" dt="2022-08-29T07:17:58.716" v="378" actId="478"/>
          <ac:spMkLst>
            <pc:docMk/>
            <pc:sldMk cId="2187156394" sldId="377"/>
            <ac:spMk id="11" creationId="{30F87091-133D-DADE-F14C-D708A91420A6}"/>
          </ac:spMkLst>
        </pc:spChg>
        <pc:spChg chg="add mod">
          <ac:chgData name="panwanke" userId="2eea59ba-b83b-4a63-b222-cef7f900ec6d" providerId="ADAL" clId="{0B4CFE38-6E00-4E4A-971A-76EBF78284E2}" dt="2022-08-29T07:44:51.392" v="759" actId="1076"/>
          <ac:spMkLst>
            <pc:docMk/>
            <pc:sldMk cId="2187156394" sldId="377"/>
            <ac:spMk id="15" creationId="{A4BC4D7F-2DE2-8017-0197-B3EF54A70DF1}"/>
          </ac:spMkLst>
        </pc:spChg>
        <pc:spChg chg="del">
          <ac:chgData name="panwanke" userId="2eea59ba-b83b-4a63-b222-cef7f900ec6d" providerId="ADAL" clId="{0B4CFE38-6E00-4E4A-971A-76EBF78284E2}" dt="2022-08-29T03:02:31.574" v="339" actId="478"/>
          <ac:spMkLst>
            <pc:docMk/>
            <pc:sldMk cId="2187156394" sldId="377"/>
            <ac:spMk id="18" creationId="{A02C8F4E-FA2D-678C-1A57-930C5DF8A889}"/>
          </ac:spMkLst>
        </pc:spChg>
        <pc:spChg chg="add mod">
          <ac:chgData name="panwanke" userId="2eea59ba-b83b-4a63-b222-cef7f900ec6d" providerId="ADAL" clId="{0B4CFE38-6E00-4E4A-971A-76EBF78284E2}" dt="2022-08-29T07:31:18.405" v="634" actId="20577"/>
          <ac:spMkLst>
            <pc:docMk/>
            <pc:sldMk cId="2187156394" sldId="377"/>
            <ac:spMk id="19" creationId="{FB86643F-8FF0-571A-BB83-EA9B17E06875}"/>
          </ac:spMkLst>
        </pc:spChg>
        <pc:spChg chg="add del">
          <ac:chgData name="panwanke" userId="2eea59ba-b83b-4a63-b222-cef7f900ec6d" providerId="ADAL" clId="{0B4CFE38-6E00-4E4A-971A-76EBF78284E2}" dt="2022-08-29T07:30:32.280" v="611"/>
          <ac:spMkLst>
            <pc:docMk/>
            <pc:sldMk cId="2187156394" sldId="377"/>
            <ac:spMk id="20" creationId="{254D9D2B-F593-ACA9-038A-4525193BEF26}"/>
          </ac:spMkLst>
        </pc:spChg>
        <pc:picChg chg="del">
          <ac:chgData name="panwanke" userId="2eea59ba-b83b-4a63-b222-cef7f900ec6d" providerId="ADAL" clId="{0B4CFE38-6E00-4E4A-971A-76EBF78284E2}" dt="2022-08-29T03:02:32.693" v="340" actId="478"/>
          <ac:picMkLst>
            <pc:docMk/>
            <pc:sldMk cId="2187156394" sldId="377"/>
            <ac:picMk id="4" creationId="{F2F9D4C2-E249-CF6D-2AA4-598E3F56A9FB}"/>
          </ac:picMkLst>
        </pc:picChg>
        <pc:picChg chg="del">
          <ac:chgData name="panwanke" userId="2eea59ba-b83b-4a63-b222-cef7f900ec6d" providerId="ADAL" clId="{0B4CFE38-6E00-4E4A-971A-76EBF78284E2}" dt="2022-08-29T07:43:57.028" v="753" actId="478"/>
          <ac:picMkLst>
            <pc:docMk/>
            <pc:sldMk cId="2187156394" sldId="377"/>
            <ac:picMk id="6" creationId="{CD3076B0-0FD6-DEB3-14CC-27BD71633E43}"/>
          </ac:picMkLst>
        </pc:picChg>
        <pc:picChg chg="add mod">
          <ac:chgData name="panwanke" userId="2eea59ba-b83b-4a63-b222-cef7f900ec6d" providerId="ADAL" clId="{0B4CFE38-6E00-4E4A-971A-76EBF78284E2}" dt="2022-08-29T07:30:50.735" v="617" actId="1076"/>
          <ac:picMkLst>
            <pc:docMk/>
            <pc:sldMk cId="2187156394" sldId="377"/>
            <ac:picMk id="10" creationId="{099BF39A-6AE4-A7F8-67C0-9751FE903231}"/>
          </ac:picMkLst>
        </pc:picChg>
        <pc:picChg chg="add mod">
          <ac:chgData name="panwanke" userId="2eea59ba-b83b-4a63-b222-cef7f900ec6d" providerId="ADAL" clId="{0B4CFE38-6E00-4E4A-971A-76EBF78284E2}" dt="2022-08-29T07:18:05.597" v="381" actId="1076"/>
          <ac:picMkLst>
            <pc:docMk/>
            <pc:sldMk cId="2187156394" sldId="377"/>
            <ac:picMk id="2050" creationId="{3939D9C2-84E9-2E10-1760-6469F501E9A1}"/>
          </ac:picMkLst>
        </pc:picChg>
        <pc:cxnChg chg="del">
          <ac:chgData name="panwanke" userId="2eea59ba-b83b-4a63-b222-cef7f900ec6d" providerId="ADAL" clId="{0B4CFE38-6E00-4E4A-971A-76EBF78284E2}" dt="2022-08-29T07:17:59.272" v="379" actId="478"/>
          <ac:cxnSpMkLst>
            <pc:docMk/>
            <pc:sldMk cId="2187156394" sldId="377"/>
            <ac:cxnSpMk id="5" creationId="{6FD81F64-A4BD-4241-A358-AC71F804FACC}"/>
          </ac:cxnSpMkLst>
        </pc:cxnChg>
        <pc:cxnChg chg="add mod">
          <ac:chgData name="panwanke" userId="2eea59ba-b83b-4a63-b222-cef7f900ec6d" providerId="ADAL" clId="{0B4CFE38-6E00-4E4A-971A-76EBF78284E2}" dt="2022-08-29T07:22:44.397" v="477" actId="1036"/>
          <ac:cxnSpMkLst>
            <pc:docMk/>
            <pc:sldMk cId="2187156394" sldId="377"/>
            <ac:cxnSpMk id="13" creationId="{8F39353A-0BB6-A3FA-9EF4-31D2B93E0E4C}"/>
          </ac:cxnSpMkLst>
        </pc:cxnChg>
      </pc:sldChg>
      <pc:sldChg chg="addSp delSp modSp add mod ord">
        <pc:chgData name="panwanke" userId="2eea59ba-b83b-4a63-b222-cef7f900ec6d" providerId="ADAL" clId="{0B4CFE38-6E00-4E4A-971A-76EBF78284E2}" dt="2022-08-29T08:23:57.800" v="1098"/>
        <pc:sldMkLst>
          <pc:docMk/>
          <pc:sldMk cId="3354615722" sldId="378"/>
        </pc:sldMkLst>
        <pc:spChg chg="add mod">
          <ac:chgData name="panwanke" userId="2eea59ba-b83b-4a63-b222-cef7f900ec6d" providerId="ADAL" clId="{0B4CFE38-6E00-4E4A-971A-76EBF78284E2}" dt="2022-08-29T07:56:40.022" v="801" actId="1076"/>
          <ac:spMkLst>
            <pc:docMk/>
            <pc:sldMk cId="3354615722" sldId="378"/>
            <ac:spMk id="4" creationId="{5186D1FB-D233-DB59-3DA0-0CD40A443F9F}"/>
          </ac:spMkLst>
        </pc:spChg>
        <pc:picChg chg="del">
          <ac:chgData name="panwanke" userId="2eea59ba-b83b-4a63-b222-cef7f900ec6d" providerId="ADAL" clId="{0B4CFE38-6E00-4E4A-971A-76EBF78284E2}" dt="2022-08-29T07:43:42.302" v="751" actId="478"/>
          <ac:picMkLst>
            <pc:docMk/>
            <pc:sldMk cId="3354615722" sldId="378"/>
            <ac:picMk id="6" creationId="{CD3076B0-0FD6-DEB3-14CC-27BD71633E43}"/>
          </ac:picMkLst>
        </pc:picChg>
        <pc:picChg chg="mod">
          <ac:chgData name="panwanke" userId="2eea59ba-b83b-4a63-b222-cef7f900ec6d" providerId="ADAL" clId="{0B4CFE38-6E00-4E4A-971A-76EBF78284E2}" dt="2022-08-29T07:20:38.558" v="426" actId="1076"/>
          <ac:picMkLst>
            <pc:docMk/>
            <pc:sldMk cId="3354615722" sldId="378"/>
            <ac:picMk id="2050" creationId="{3939D9C2-84E9-2E10-1760-6469F501E9A1}"/>
          </ac:picMkLst>
        </pc:picChg>
      </pc:sldChg>
      <pc:sldChg chg="addSp delSp modSp add mod ord">
        <pc:chgData name="panwanke" userId="2eea59ba-b83b-4a63-b222-cef7f900ec6d" providerId="ADAL" clId="{0B4CFE38-6E00-4E4A-971A-76EBF78284E2}" dt="2022-09-05T01:20:52.885" v="3395"/>
        <pc:sldMkLst>
          <pc:docMk/>
          <pc:sldMk cId="3343668947" sldId="379"/>
        </pc:sldMkLst>
        <pc:spChg chg="mod">
          <ac:chgData name="panwanke" userId="2eea59ba-b83b-4a63-b222-cef7f900ec6d" providerId="ADAL" clId="{0B4CFE38-6E00-4E4A-971A-76EBF78284E2}" dt="2022-09-05T01:20:22.960" v="3384" actId="20577"/>
          <ac:spMkLst>
            <pc:docMk/>
            <pc:sldMk cId="3343668947" sldId="379"/>
            <ac:spMk id="11" creationId="{30F87091-133D-DADE-F14C-D708A91420A6}"/>
          </ac:spMkLst>
        </pc:spChg>
        <pc:graphicFrameChg chg="add mod modGraphic">
          <ac:chgData name="panwanke" userId="2eea59ba-b83b-4a63-b222-cef7f900ec6d" providerId="ADAL" clId="{0B4CFE38-6E00-4E4A-971A-76EBF78284E2}" dt="2022-09-05T01:20:51.126" v="3394" actId="1076"/>
          <ac:graphicFrameMkLst>
            <pc:docMk/>
            <pc:sldMk cId="3343668947" sldId="379"/>
            <ac:graphicFrameMk id="4" creationId="{ADA34178-3715-599C-6E81-BF4B80EADC7D}"/>
          </ac:graphicFrameMkLst>
        </pc:graphicFrameChg>
        <pc:graphicFrameChg chg="add mod modGraphic">
          <ac:chgData name="panwanke" userId="2eea59ba-b83b-4a63-b222-cef7f900ec6d" providerId="ADAL" clId="{0B4CFE38-6E00-4E4A-971A-76EBF78284E2}" dt="2022-09-05T01:20:52.885" v="3395"/>
          <ac:graphicFrameMkLst>
            <pc:docMk/>
            <pc:sldMk cId="3343668947" sldId="379"/>
            <ac:graphicFrameMk id="7" creationId="{51116877-7EC0-C27F-4CDE-EB5E7AC72619}"/>
          </ac:graphicFrameMkLst>
        </pc:graphicFrameChg>
        <pc:picChg chg="del">
          <ac:chgData name="panwanke" userId="2eea59ba-b83b-4a63-b222-cef7f900ec6d" providerId="ADAL" clId="{0B4CFE38-6E00-4E4A-971A-76EBF78284E2}" dt="2022-08-29T07:44:00.211" v="755" actId="478"/>
          <ac:picMkLst>
            <pc:docMk/>
            <pc:sldMk cId="3343668947" sldId="379"/>
            <ac:picMk id="6" creationId="{CD3076B0-0FD6-DEB3-14CC-27BD71633E43}"/>
          </ac:picMkLst>
        </pc:picChg>
        <pc:picChg chg="del">
          <ac:chgData name="panwanke" userId="2eea59ba-b83b-4a63-b222-cef7f900ec6d" providerId="ADAL" clId="{0B4CFE38-6E00-4E4A-971A-76EBF78284E2}" dt="2022-09-05T01:20:20.136" v="3383" actId="478"/>
          <ac:picMkLst>
            <pc:docMk/>
            <pc:sldMk cId="3343668947" sldId="379"/>
            <ac:picMk id="2050" creationId="{3939D9C2-84E9-2E10-1760-6469F501E9A1}"/>
          </ac:picMkLst>
        </pc:picChg>
      </pc:sldChg>
      <pc:sldChg chg="addSp delSp modSp add mod ord">
        <pc:chgData name="panwanke" userId="2eea59ba-b83b-4a63-b222-cef7f900ec6d" providerId="ADAL" clId="{0B4CFE38-6E00-4E4A-971A-76EBF78284E2}" dt="2022-08-29T08:23:57.800" v="1098"/>
        <pc:sldMkLst>
          <pc:docMk/>
          <pc:sldMk cId="117485651" sldId="380"/>
        </pc:sldMkLst>
        <pc:spChg chg="add del">
          <ac:chgData name="panwanke" userId="2eea59ba-b83b-4a63-b222-cef7f900ec6d" providerId="ADAL" clId="{0B4CFE38-6E00-4E4A-971A-76EBF78284E2}" dt="2022-08-29T07:57:21.105" v="804"/>
          <ac:spMkLst>
            <pc:docMk/>
            <pc:sldMk cId="117485651" sldId="380"/>
            <ac:spMk id="3" creationId="{E65D93D4-0FFF-7FCA-A751-651B655C558B}"/>
          </ac:spMkLst>
        </pc:spChg>
        <pc:spChg chg="add del">
          <ac:chgData name="panwanke" userId="2eea59ba-b83b-4a63-b222-cef7f900ec6d" providerId="ADAL" clId="{0B4CFE38-6E00-4E4A-971A-76EBF78284E2}" dt="2022-08-29T07:57:21.105" v="804"/>
          <ac:spMkLst>
            <pc:docMk/>
            <pc:sldMk cId="117485651" sldId="380"/>
            <ac:spMk id="4" creationId="{6B974077-D2E3-7C7C-6675-ED618A3DF397}"/>
          </ac:spMkLst>
        </pc:spChg>
        <pc:spChg chg="add del">
          <ac:chgData name="panwanke" userId="2eea59ba-b83b-4a63-b222-cef7f900ec6d" providerId="ADAL" clId="{0B4CFE38-6E00-4E4A-971A-76EBF78284E2}" dt="2022-08-29T07:57:22.930" v="806"/>
          <ac:spMkLst>
            <pc:docMk/>
            <pc:sldMk cId="117485651" sldId="380"/>
            <ac:spMk id="7" creationId="{EB0EA159-9148-529E-E640-51CD6821C237}"/>
          </ac:spMkLst>
        </pc:spChg>
        <pc:spChg chg="add del">
          <ac:chgData name="panwanke" userId="2eea59ba-b83b-4a63-b222-cef7f900ec6d" providerId="ADAL" clId="{0B4CFE38-6E00-4E4A-971A-76EBF78284E2}" dt="2022-08-29T07:57:22.930" v="806"/>
          <ac:spMkLst>
            <pc:docMk/>
            <pc:sldMk cId="117485651" sldId="380"/>
            <ac:spMk id="8" creationId="{8E89EE7B-9905-EF0C-246C-1E6B4F151317}"/>
          </ac:spMkLst>
        </pc:spChg>
        <pc:spChg chg="add mod">
          <ac:chgData name="panwanke" userId="2eea59ba-b83b-4a63-b222-cef7f900ec6d" providerId="ADAL" clId="{0B4CFE38-6E00-4E4A-971A-76EBF78284E2}" dt="2022-08-29T08:01:26.745" v="853" actId="1076"/>
          <ac:spMkLst>
            <pc:docMk/>
            <pc:sldMk cId="117485651" sldId="380"/>
            <ac:spMk id="10" creationId="{FEAC48D4-3FA2-732F-4FE0-9ACFE331746F}"/>
          </ac:spMkLst>
        </pc:spChg>
        <pc:spChg chg="mod">
          <ac:chgData name="panwanke" userId="2eea59ba-b83b-4a63-b222-cef7f900ec6d" providerId="ADAL" clId="{0B4CFE38-6E00-4E4A-971A-76EBF78284E2}" dt="2022-08-29T07:58:03.953" v="814" actId="20577"/>
          <ac:spMkLst>
            <pc:docMk/>
            <pc:sldMk cId="117485651" sldId="380"/>
            <ac:spMk id="11" creationId="{30F87091-133D-DADE-F14C-D708A91420A6}"/>
          </ac:spMkLst>
        </pc:spChg>
        <pc:spChg chg="add del">
          <ac:chgData name="panwanke" userId="2eea59ba-b83b-4a63-b222-cef7f900ec6d" providerId="ADAL" clId="{0B4CFE38-6E00-4E4A-971A-76EBF78284E2}" dt="2022-08-29T07:59:26.750" v="819" actId="22"/>
          <ac:spMkLst>
            <pc:docMk/>
            <pc:sldMk cId="117485651" sldId="380"/>
            <ac:spMk id="15" creationId="{5398D270-53D9-9126-ED66-27385F799FBE}"/>
          </ac:spMkLst>
        </pc:spChg>
        <pc:picChg chg="del">
          <ac:chgData name="panwanke" userId="2eea59ba-b83b-4a63-b222-cef7f900ec6d" providerId="ADAL" clId="{0B4CFE38-6E00-4E4A-971A-76EBF78284E2}" dt="2022-08-29T07:43:39.912" v="750" actId="478"/>
          <ac:picMkLst>
            <pc:docMk/>
            <pc:sldMk cId="117485651" sldId="380"/>
            <ac:picMk id="6" creationId="{CD3076B0-0FD6-DEB3-14CC-27BD71633E43}"/>
          </ac:picMkLst>
        </pc:picChg>
        <pc:picChg chg="add mod">
          <ac:chgData name="panwanke" userId="2eea59ba-b83b-4a63-b222-cef7f900ec6d" providerId="ADAL" clId="{0B4CFE38-6E00-4E4A-971A-76EBF78284E2}" dt="2022-08-29T08:01:22.820" v="852" actId="1076"/>
          <ac:picMkLst>
            <pc:docMk/>
            <pc:sldMk cId="117485651" sldId="380"/>
            <ac:picMk id="18" creationId="{5798D3D6-0529-E47F-87D8-3D18DE1AA091}"/>
          </ac:picMkLst>
        </pc:picChg>
        <pc:picChg chg="del">
          <ac:chgData name="panwanke" userId="2eea59ba-b83b-4a63-b222-cef7f900ec6d" providerId="ADAL" clId="{0B4CFE38-6E00-4E4A-971A-76EBF78284E2}" dt="2022-08-29T07:56:58.095" v="802" actId="478"/>
          <ac:picMkLst>
            <pc:docMk/>
            <pc:sldMk cId="117485651" sldId="380"/>
            <ac:picMk id="2050" creationId="{3939D9C2-84E9-2E10-1760-6469F501E9A1}"/>
          </ac:picMkLst>
        </pc:picChg>
        <pc:picChg chg="add mod">
          <ac:chgData name="panwanke" userId="2eea59ba-b83b-4a63-b222-cef7f900ec6d" providerId="ADAL" clId="{0B4CFE38-6E00-4E4A-971A-76EBF78284E2}" dt="2022-08-29T08:01:10.752" v="848" actId="1076"/>
          <ac:picMkLst>
            <pc:docMk/>
            <pc:sldMk cId="117485651" sldId="380"/>
            <ac:picMk id="3078" creationId="{2C65E252-F448-5DDE-4129-C73AD8DC3EF8}"/>
          </ac:picMkLst>
        </pc:picChg>
      </pc:sldChg>
      <pc:sldChg chg="add del">
        <pc:chgData name="panwanke" userId="2eea59ba-b83b-4a63-b222-cef7f900ec6d" providerId="ADAL" clId="{0B4CFE38-6E00-4E4A-971A-76EBF78284E2}" dt="2022-08-29T07:18:17.637" v="385"/>
        <pc:sldMkLst>
          <pc:docMk/>
          <pc:sldMk cId="1075293160" sldId="380"/>
        </pc:sldMkLst>
      </pc:sldChg>
      <pc:sldChg chg="addSp delSp modSp add mod ord">
        <pc:chgData name="panwanke" userId="2eea59ba-b83b-4a63-b222-cef7f900ec6d" providerId="ADAL" clId="{0B4CFE38-6E00-4E4A-971A-76EBF78284E2}" dt="2022-08-29T08:23:57.800" v="1098"/>
        <pc:sldMkLst>
          <pc:docMk/>
          <pc:sldMk cId="769020837" sldId="381"/>
        </pc:sldMkLst>
        <pc:spChg chg="add del mod">
          <ac:chgData name="panwanke" userId="2eea59ba-b83b-4a63-b222-cef7f900ec6d" providerId="ADAL" clId="{0B4CFE38-6E00-4E4A-971A-76EBF78284E2}" dt="2022-08-29T07:35:32.652" v="697"/>
          <ac:spMkLst>
            <pc:docMk/>
            <pc:sldMk cId="769020837" sldId="381"/>
            <ac:spMk id="3" creationId="{98BFB700-2553-13E3-D039-35DF2EEC0100}"/>
          </ac:spMkLst>
        </pc:spChg>
        <pc:spChg chg="add del mod">
          <ac:chgData name="panwanke" userId="2eea59ba-b83b-4a63-b222-cef7f900ec6d" providerId="ADAL" clId="{0B4CFE38-6E00-4E4A-971A-76EBF78284E2}" dt="2022-08-29T07:35:32.652" v="697"/>
          <ac:spMkLst>
            <pc:docMk/>
            <pc:sldMk cId="769020837" sldId="381"/>
            <ac:spMk id="4" creationId="{F8FE1DC3-E876-D7D7-52A6-CA84ECA0B280}"/>
          </ac:spMkLst>
        </pc:spChg>
        <pc:spChg chg="del mod">
          <ac:chgData name="panwanke" userId="2eea59ba-b83b-4a63-b222-cef7f900ec6d" providerId="ADAL" clId="{0B4CFE38-6E00-4E4A-971A-76EBF78284E2}" dt="2022-08-29T07:36:34.892" v="700"/>
          <ac:spMkLst>
            <pc:docMk/>
            <pc:sldMk cId="769020837" sldId="381"/>
            <ac:spMk id="5" creationId="{4536878C-0F61-3200-9D64-99ACB152BAAF}"/>
          </ac:spMkLst>
        </pc:spChg>
        <pc:spChg chg="add del">
          <ac:chgData name="panwanke" userId="2eea59ba-b83b-4a63-b222-cef7f900ec6d" providerId="ADAL" clId="{0B4CFE38-6E00-4E4A-971A-76EBF78284E2}" dt="2022-08-29T07:36:34.892" v="700"/>
          <ac:spMkLst>
            <pc:docMk/>
            <pc:sldMk cId="769020837" sldId="381"/>
            <ac:spMk id="7" creationId="{3CEA1663-5BAC-C50E-9000-729FB16D5789}"/>
          </ac:spMkLst>
        </pc:spChg>
        <pc:spChg chg="mod">
          <ac:chgData name="panwanke" userId="2eea59ba-b83b-4a63-b222-cef7f900ec6d" providerId="ADAL" clId="{0B4CFE38-6E00-4E4A-971A-76EBF78284E2}" dt="2022-08-29T07:36:34.892" v="700"/>
          <ac:spMkLst>
            <pc:docMk/>
            <pc:sldMk cId="769020837" sldId="381"/>
            <ac:spMk id="8" creationId="{3130C5B4-C10C-497A-98DB-950870AC8ECD}"/>
          </ac:spMkLst>
        </pc:spChg>
        <pc:spChg chg="mod ord">
          <ac:chgData name="panwanke" userId="2eea59ba-b83b-4a63-b222-cef7f900ec6d" providerId="ADAL" clId="{0B4CFE38-6E00-4E4A-971A-76EBF78284E2}" dt="2022-08-29T07:35:51.928" v="698" actId="166"/>
          <ac:spMkLst>
            <pc:docMk/>
            <pc:sldMk cId="769020837" sldId="381"/>
            <ac:spMk id="15" creationId="{A4BC4D7F-2DE2-8017-0197-B3EF54A70DF1}"/>
          </ac:spMkLst>
        </pc:spChg>
        <pc:spChg chg="mod">
          <ac:chgData name="panwanke" userId="2eea59ba-b83b-4a63-b222-cef7f900ec6d" providerId="ADAL" clId="{0B4CFE38-6E00-4E4A-971A-76EBF78284E2}" dt="2022-08-29T07:36:52.698" v="701" actId="1076"/>
          <ac:spMkLst>
            <pc:docMk/>
            <pc:sldMk cId="769020837" sldId="381"/>
            <ac:spMk id="19" creationId="{FB86643F-8FF0-571A-BB83-EA9B17E06875}"/>
          </ac:spMkLst>
        </pc:spChg>
        <pc:picChg chg="del">
          <ac:chgData name="panwanke" userId="2eea59ba-b83b-4a63-b222-cef7f900ec6d" providerId="ADAL" clId="{0B4CFE38-6E00-4E4A-971A-76EBF78284E2}" dt="2022-08-29T07:43:58.361" v="754" actId="478"/>
          <ac:picMkLst>
            <pc:docMk/>
            <pc:sldMk cId="769020837" sldId="381"/>
            <ac:picMk id="6" creationId="{CD3076B0-0FD6-DEB3-14CC-27BD71633E43}"/>
          </ac:picMkLst>
        </pc:picChg>
        <pc:picChg chg="del">
          <ac:chgData name="panwanke" userId="2eea59ba-b83b-4a63-b222-cef7f900ec6d" providerId="ADAL" clId="{0B4CFE38-6E00-4E4A-971A-76EBF78284E2}" dt="2022-08-29T07:32:28.026" v="636" actId="478"/>
          <ac:picMkLst>
            <pc:docMk/>
            <pc:sldMk cId="769020837" sldId="381"/>
            <ac:picMk id="10" creationId="{099BF39A-6AE4-A7F8-67C0-9751FE903231}"/>
          </ac:picMkLst>
        </pc:picChg>
        <pc:picChg chg="mod">
          <ac:chgData name="panwanke" userId="2eea59ba-b83b-4a63-b222-cef7f900ec6d" providerId="ADAL" clId="{0B4CFE38-6E00-4E4A-971A-76EBF78284E2}" dt="2022-08-29T07:33:58.788" v="684" actId="1076"/>
          <ac:picMkLst>
            <pc:docMk/>
            <pc:sldMk cId="769020837" sldId="381"/>
            <ac:picMk id="2050" creationId="{3939D9C2-84E9-2E10-1760-6469F501E9A1}"/>
          </ac:picMkLst>
        </pc:picChg>
        <pc:cxnChg chg="mod">
          <ac:chgData name="panwanke" userId="2eea59ba-b83b-4a63-b222-cef7f900ec6d" providerId="ADAL" clId="{0B4CFE38-6E00-4E4A-971A-76EBF78284E2}" dt="2022-08-29T07:34:03.439" v="685" actId="1076"/>
          <ac:cxnSpMkLst>
            <pc:docMk/>
            <pc:sldMk cId="769020837" sldId="381"/>
            <ac:cxnSpMk id="13" creationId="{8F39353A-0BB6-A3FA-9EF4-31D2B93E0E4C}"/>
          </ac:cxnSpMkLst>
        </pc:cxnChg>
      </pc:sldChg>
      <pc:sldChg chg="addSp delSp modSp add mod ord">
        <pc:chgData name="panwanke" userId="2eea59ba-b83b-4a63-b222-cef7f900ec6d" providerId="ADAL" clId="{0B4CFE38-6E00-4E4A-971A-76EBF78284E2}" dt="2022-08-29T08:23:57.800" v="1098"/>
        <pc:sldMkLst>
          <pc:docMk/>
          <pc:sldMk cId="3944132010" sldId="382"/>
        </pc:sldMkLst>
        <pc:spChg chg="del">
          <ac:chgData name="panwanke" userId="2eea59ba-b83b-4a63-b222-cef7f900ec6d" providerId="ADAL" clId="{0B4CFE38-6E00-4E4A-971A-76EBF78284E2}" dt="2022-08-29T07:37:59.798" v="711" actId="478"/>
          <ac:spMkLst>
            <pc:docMk/>
            <pc:sldMk cId="3944132010" sldId="382"/>
            <ac:spMk id="8" creationId="{3130C5B4-C10C-497A-98DB-950870AC8ECD}"/>
          </ac:spMkLst>
        </pc:spChg>
        <pc:spChg chg="mod">
          <ac:chgData name="panwanke" userId="2eea59ba-b83b-4a63-b222-cef7f900ec6d" providerId="ADAL" clId="{0B4CFE38-6E00-4E4A-971A-76EBF78284E2}" dt="2022-08-29T07:37:57.271" v="710" actId="1076"/>
          <ac:spMkLst>
            <pc:docMk/>
            <pc:sldMk cId="3944132010" sldId="382"/>
            <ac:spMk id="15" creationId="{A4BC4D7F-2DE2-8017-0197-B3EF54A70DF1}"/>
          </ac:spMkLst>
        </pc:spChg>
        <pc:spChg chg="mod">
          <ac:chgData name="panwanke" userId="2eea59ba-b83b-4a63-b222-cef7f900ec6d" providerId="ADAL" clId="{0B4CFE38-6E00-4E4A-971A-76EBF78284E2}" dt="2022-08-29T07:45:24.989" v="763" actId="20577"/>
          <ac:spMkLst>
            <pc:docMk/>
            <pc:sldMk cId="3944132010" sldId="382"/>
            <ac:spMk id="19" creationId="{FB86643F-8FF0-571A-BB83-EA9B17E06875}"/>
          </ac:spMkLst>
        </pc:spChg>
        <pc:picChg chg="add">
          <ac:chgData name="panwanke" userId="2eea59ba-b83b-4a63-b222-cef7f900ec6d" providerId="ADAL" clId="{0B4CFE38-6E00-4E4A-971A-76EBF78284E2}" dt="2022-08-29T07:38:06.306" v="713" actId="22"/>
          <ac:picMkLst>
            <pc:docMk/>
            <pc:sldMk cId="3944132010" sldId="382"/>
            <ac:picMk id="4" creationId="{7512E2B7-05F4-B292-6555-4D6984D7EB05}"/>
          </ac:picMkLst>
        </pc:picChg>
        <pc:picChg chg="del">
          <ac:chgData name="panwanke" userId="2eea59ba-b83b-4a63-b222-cef7f900ec6d" providerId="ADAL" clId="{0B4CFE38-6E00-4E4A-971A-76EBF78284E2}" dt="2022-08-29T07:43:37.336" v="749" actId="478"/>
          <ac:picMkLst>
            <pc:docMk/>
            <pc:sldMk cId="3944132010" sldId="382"/>
            <ac:picMk id="6" creationId="{CD3076B0-0FD6-DEB3-14CC-27BD71633E43}"/>
          </ac:picMkLst>
        </pc:picChg>
        <pc:picChg chg="add mod">
          <ac:chgData name="panwanke" userId="2eea59ba-b83b-4a63-b222-cef7f900ec6d" providerId="ADAL" clId="{0B4CFE38-6E00-4E4A-971A-76EBF78284E2}" dt="2022-08-29T07:43:03.886" v="745" actId="1076"/>
          <ac:picMkLst>
            <pc:docMk/>
            <pc:sldMk cId="3944132010" sldId="382"/>
            <ac:picMk id="7" creationId="{C52409C8-1F41-FE79-5986-38C757B0FC70}"/>
          </ac:picMkLst>
        </pc:picChg>
        <pc:picChg chg="add mod">
          <ac:chgData name="panwanke" userId="2eea59ba-b83b-4a63-b222-cef7f900ec6d" providerId="ADAL" clId="{0B4CFE38-6E00-4E4A-971A-76EBF78284E2}" dt="2022-08-29T07:43:02.612" v="744" actId="1076"/>
          <ac:picMkLst>
            <pc:docMk/>
            <pc:sldMk cId="3944132010" sldId="382"/>
            <ac:picMk id="10" creationId="{D6430614-1D7D-8DAB-3EB8-E54514A52DD7}"/>
          </ac:picMkLst>
        </pc:picChg>
        <pc:picChg chg="del">
          <ac:chgData name="panwanke" userId="2eea59ba-b83b-4a63-b222-cef7f900ec6d" providerId="ADAL" clId="{0B4CFE38-6E00-4E4A-971A-76EBF78284E2}" dt="2022-08-29T07:38:05.658" v="712" actId="478"/>
          <ac:picMkLst>
            <pc:docMk/>
            <pc:sldMk cId="3944132010" sldId="382"/>
            <ac:picMk id="2050" creationId="{3939D9C2-84E9-2E10-1760-6469F501E9A1}"/>
          </ac:picMkLst>
        </pc:picChg>
      </pc:sldChg>
      <pc:sldChg chg="addSp delSp add del mod">
        <pc:chgData name="panwanke" userId="2eea59ba-b83b-4a63-b222-cef7f900ec6d" providerId="ADAL" clId="{0B4CFE38-6E00-4E4A-971A-76EBF78284E2}" dt="2022-08-29T08:02:49.360" v="854" actId="47"/>
        <pc:sldMkLst>
          <pc:docMk/>
          <pc:sldMk cId="4066472669" sldId="383"/>
        </pc:sldMkLst>
        <pc:spChg chg="del">
          <ac:chgData name="panwanke" userId="2eea59ba-b83b-4a63-b222-cef7f900ec6d" providerId="ADAL" clId="{0B4CFE38-6E00-4E4A-971A-76EBF78284E2}" dt="2022-08-29T07:41:15.984" v="733" actId="478"/>
          <ac:spMkLst>
            <pc:docMk/>
            <pc:sldMk cId="4066472669" sldId="383"/>
            <ac:spMk id="3" creationId="{04E9189F-AC63-6687-0E71-34541CEE2D4E}"/>
          </ac:spMkLst>
        </pc:spChg>
        <pc:spChg chg="add del">
          <ac:chgData name="panwanke" userId="2eea59ba-b83b-4a63-b222-cef7f900ec6d" providerId="ADAL" clId="{0B4CFE38-6E00-4E4A-971A-76EBF78284E2}" dt="2022-08-29T07:41:18.539" v="735" actId="478"/>
          <ac:spMkLst>
            <pc:docMk/>
            <pc:sldMk cId="4066472669" sldId="383"/>
            <ac:spMk id="10" creationId="{042D50D8-F5A7-A830-52CF-E68E4A8650A4}"/>
          </ac:spMkLst>
        </pc:spChg>
        <pc:spChg chg="del">
          <ac:chgData name="panwanke" userId="2eea59ba-b83b-4a63-b222-cef7f900ec6d" providerId="ADAL" clId="{0B4CFE38-6E00-4E4A-971A-76EBF78284E2}" dt="2022-08-29T07:41:19.759" v="736" actId="478"/>
          <ac:spMkLst>
            <pc:docMk/>
            <pc:sldMk cId="4066472669" sldId="383"/>
            <ac:spMk id="11" creationId="{DD52DDBF-D077-AFFD-8D83-38E359B38976}"/>
          </ac:spMkLst>
        </pc:spChg>
        <pc:picChg chg="add">
          <ac:chgData name="panwanke" userId="2eea59ba-b83b-4a63-b222-cef7f900ec6d" providerId="ADAL" clId="{0B4CFE38-6E00-4E4A-971A-76EBF78284E2}" dt="2022-08-29T07:41:53.596" v="737" actId="22"/>
          <ac:picMkLst>
            <pc:docMk/>
            <pc:sldMk cId="4066472669" sldId="383"/>
            <ac:picMk id="4" creationId="{208EF869-F44F-BD91-8058-91075C16F110}"/>
          </ac:picMkLst>
        </pc:picChg>
        <pc:picChg chg="del">
          <ac:chgData name="panwanke" userId="2eea59ba-b83b-4a63-b222-cef7f900ec6d" providerId="ADAL" clId="{0B4CFE38-6E00-4E4A-971A-76EBF78284E2}" dt="2022-08-29T07:41:14.540" v="732" actId="478"/>
          <ac:picMkLst>
            <pc:docMk/>
            <pc:sldMk cId="4066472669" sldId="383"/>
            <ac:picMk id="14" creationId="{BDD0078A-11DE-8B84-8119-382BC7BD5206}"/>
          </ac:picMkLst>
        </pc:picChg>
      </pc:sldChg>
      <pc:sldChg chg="addSp delSp modSp add mod ord">
        <pc:chgData name="panwanke" userId="2eea59ba-b83b-4a63-b222-cef7f900ec6d" providerId="ADAL" clId="{0B4CFE38-6E00-4E4A-971A-76EBF78284E2}" dt="2022-08-29T08:23:57.800" v="1098"/>
        <pc:sldMkLst>
          <pc:docMk/>
          <pc:sldMk cId="1235862221" sldId="384"/>
        </pc:sldMkLst>
        <pc:spChg chg="mod">
          <ac:chgData name="panwanke" userId="2eea59ba-b83b-4a63-b222-cef7f900ec6d" providerId="ADAL" clId="{0B4CFE38-6E00-4E4A-971A-76EBF78284E2}" dt="2022-08-29T07:46:57.383" v="793" actId="1035"/>
          <ac:spMkLst>
            <pc:docMk/>
            <pc:sldMk cId="1235862221" sldId="384"/>
            <ac:spMk id="15" creationId="{A4BC4D7F-2DE2-8017-0197-B3EF54A70DF1}"/>
          </ac:spMkLst>
        </pc:spChg>
        <pc:spChg chg="mod">
          <ac:chgData name="panwanke" userId="2eea59ba-b83b-4a63-b222-cef7f900ec6d" providerId="ADAL" clId="{0B4CFE38-6E00-4E4A-971A-76EBF78284E2}" dt="2022-08-29T07:46:39.323" v="777" actId="1076"/>
          <ac:spMkLst>
            <pc:docMk/>
            <pc:sldMk cId="1235862221" sldId="384"/>
            <ac:spMk id="19" creationId="{FB86643F-8FF0-571A-BB83-EA9B17E06875}"/>
          </ac:spMkLst>
        </pc:spChg>
        <pc:picChg chg="add mod">
          <ac:chgData name="panwanke" userId="2eea59ba-b83b-4a63-b222-cef7f900ec6d" providerId="ADAL" clId="{0B4CFE38-6E00-4E4A-971A-76EBF78284E2}" dt="2022-08-29T07:47:00.781" v="794" actId="1076"/>
          <ac:picMkLst>
            <pc:docMk/>
            <pc:sldMk cId="1235862221" sldId="384"/>
            <ac:picMk id="5" creationId="{F5198E32-5758-C002-D9F6-EDB01DD4CA7D}"/>
          </ac:picMkLst>
        </pc:picChg>
        <pc:picChg chg="del">
          <ac:chgData name="panwanke" userId="2eea59ba-b83b-4a63-b222-cef7f900ec6d" providerId="ADAL" clId="{0B4CFE38-6E00-4E4A-971A-76EBF78284E2}" dt="2022-08-29T07:46:01.759" v="766" actId="478"/>
          <ac:picMkLst>
            <pc:docMk/>
            <pc:sldMk cId="1235862221" sldId="384"/>
            <ac:picMk id="7" creationId="{C52409C8-1F41-FE79-5986-38C757B0FC70}"/>
          </ac:picMkLst>
        </pc:picChg>
        <pc:picChg chg="del">
          <ac:chgData name="panwanke" userId="2eea59ba-b83b-4a63-b222-cef7f900ec6d" providerId="ADAL" clId="{0B4CFE38-6E00-4E4A-971A-76EBF78284E2}" dt="2022-08-29T07:46:01.405" v="765" actId="478"/>
          <ac:picMkLst>
            <pc:docMk/>
            <pc:sldMk cId="1235862221" sldId="384"/>
            <ac:picMk id="10" creationId="{D6430614-1D7D-8DAB-3EB8-E54514A52DD7}"/>
          </ac:picMkLst>
        </pc:picChg>
      </pc:sldChg>
      <pc:sldChg chg="addSp delSp modSp add mod ord">
        <pc:chgData name="panwanke" userId="2eea59ba-b83b-4a63-b222-cef7f900ec6d" providerId="ADAL" clId="{0B4CFE38-6E00-4E4A-971A-76EBF78284E2}" dt="2022-08-29T08:23:57.800" v="1098"/>
        <pc:sldMkLst>
          <pc:docMk/>
          <pc:sldMk cId="182618199" sldId="385"/>
        </pc:sldMkLst>
        <pc:spChg chg="del">
          <ac:chgData name="panwanke" userId="2eea59ba-b83b-4a63-b222-cef7f900ec6d" providerId="ADAL" clId="{0B4CFE38-6E00-4E4A-971A-76EBF78284E2}" dt="2022-08-29T08:04:18.023" v="865" actId="478"/>
          <ac:spMkLst>
            <pc:docMk/>
            <pc:sldMk cId="182618199" sldId="385"/>
            <ac:spMk id="10" creationId="{FEAC48D4-3FA2-732F-4FE0-9ACFE331746F}"/>
          </ac:spMkLst>
        </pc:spChg>
        <pc:picChg chg="del">
          <ac:chgData name="panwanke" userId="2eea59ba-b83b-4a63-b222-cef7f900ec6d" providerId="ADAL" clId="{0B4CFE38-6E00-4E4A-971A-76EBF78284E2}" dt="2022-08-29T08:02:55.585" v="856" actId="478"/>
          <ac:picMkLst>
            <pc:docMk/>
            <pc:sldMk cId="182618199" sldId="385"/>
            <ac:picMk id="18" creationId="{5798D3D6-0529-E47F-87D8-3D18DE1AA091}"/>
          </ac:picMkLst>
        </pc:picChg>
        <pc:picChg chg="mod">
          <ac:chgData name="panwanke" userId="2eea59ba-b83b-4a63-b222-cef7f900ec6d" providerId="ADAL" clId="{0B4CFE38-6E00-4E4A-971A-76EBF78284E2}" dt="2022-08-29T08:04:29.215" v="871" actId="1076"/>
          <ac:picMkLst>
            <pc:docMk/>
            <pc:sldMk cId="182618199" sldId="385"/>
            <ac:picMk id="3078" creationId="{2C65E252-F448-5DDE-4129-C73AD8DC3EF8}"/>
          </ac:picMkLst>
        </pc:picChg>
        <pc:picChg chg="add mod">
          <ac:chgData name="panwanke" userId="2eea59ba-b83b-4a63-b222-cef7f900ec6d" providerId="ADAL" clId="{0B4CFE38-6E00-4E4A-971A-76EBF78284E2}" dt="2022-08-29T08:04:27.541" v="870" actId="1076"/>
          <ac:picMkLst>
            <pc:docMk/>
            <pc:sldMk cId="182618199" sldId="385"/>
            <ac:picMk id="9218" creationId="{82B2478A-E85A-4CCE-FA8B-BFBBDC052852}"/>
          </ac:picMkLst>
        </pc:picChg>
      </pc:sldChg>
      <pc:sldChg chg="add del">
        <pc:chgData name="panwanke" userId="2eea59ba-b83b-4a63-b222-cef7f900ec6d" providerId="ADAL" clId="{0B4CFE38-6E00-4E4A-971A-76EBF78284E2}" dt="2022-08-29T08:09:51.857" v="1009" actId="47"/>
        <pc:sldMkLst>
          <pc:docMk/>
          <pc:sldMk cId="548145423" sldId="386"/>
        </pc:sldMkLst>
      </pc:sldChg>
      <pc:sldChg chg="addSp delSp modSp add mod ord">
        <pc:chgData name="panwanke" userId="2eea59ba-b83b-4a63-b222-cef7f900ec6d" providerId="ADAL" clId="{0B4CFE38-6E00-4E4A-971A-76EBF78284E2}" dt="2022-08-29T08:23:57.800" v="1098"/>
        <pc:sldMkLst>
          <pc:docMk/>
          <pc:sldMk cId="4212905940" sldId="387"/>
        </pc:sldMkLst>
        <pc:spChg chg="add del mod">
          <ac:chgData name="panwanke" userId="2eea59ba-b83b-4a63-b222-cef7f900ec6d" providerId="ADAL" clId="{0B4CFE38-6E00-4E4A-971A-76EBF78284E2}" dt="2022-08-29T08:08:42.101" v="959" actId="14100"/>
          <ac:spMkLst>
            <pc:docMk/>
            <pc:sldMk cId="4212905940" sldId="387"/>
            <ac:spMk id="3" creationId="{DE9991C7-AE74-53EF-F2A1-437D590B277E}"/>
          </ac:spMkLst>
        </pc:spChg>
        <pc:spChg chg="add del mod">
          <ac:chgData name="panwanke" userId="2eea59ba-b83b-4a63-b222-cef7f900ec6d" providerId="ADAL" clId="{0B4CFE38-6E00-4E4A-971A-76EBF78284E2}" dt="2022-08-29T08:06:31.832" v="883" actId="22"/>
          <ac:spMkLst>
            <pc:docMk/>
            <pc:sldMk cId="4212905940" sldId="387"/>
            <ac:spMk id="6" creationId="{8FDE8600-77BC-BF9E-B974-A2F8D8AF0CCF}"/>
          </ac:spMkLst>
        </pc:spChg>
        <pc:spChg chg="add mod">
          <ac:chgData name="panwanke" userId="2eea59ba-b83b-4a63-b222-cef7f900ec6d" providerId="ADAL" clId="{0B4CFE38-6E00-4E4A-971A-76EBF78284E2}" dt="2022-08-29T08:08:20.711" v="957" actId="14100"/>
          <ac:spMkLst>
            <pc:docMk/>
            <pc:sldMk cId="4212905940" sldId="387"/>
            <ac:spMk id="8" creationId="{450CB2D0-98D0-BAD5-2854-30C88A0FC4A1}"/>
          </ac:spMkLst>
        </pc:spChg>
      </pc:sldChg>
      <pc:sldChg chg="addSp modSp add mod ord">
        <pc:chgData name="panwanke" userId="2eea59ba-b83b-4a63-b222-cef7f900ec6d" providerId="ADAL" clId="{0B4CFE38-6E00-4E4A-971A-76EBF78284E2}" dt="2022-08-29T08:23:57.800" v="1098"/>
        <pc:sldMkLst>
          <pc:docMk/>
          <pc:sldMk cId="2352188456" sldId="388"/>
        </pc:sldMkLst>
        <pc:spChg chg="mod">
          <ac:chgData name="panwanke" userId="2eea59ba-b83b-4a63-b222-cef7f900ec6d" providerId="ADAL" clId="{0B4CFE38-6E00-4E4A-971A-76EBF78284E2}" dt="2022-08-29T08:09:05.510" v="963" actId="14100"/>
          <ac:spMkLst>
            <pc:docMk/>
            <pc:sldMk cId="2352188456" sldId="388"/>
            <ac:spMk id="3" creationId="{DE9991C7-AE74-53EF-F2A1-437D590B277E}"/>
          </ac:spMkLst>
        </pc:spChg>
        <pc:spChg chg="add mod">
          <ac:chgData name="panwanke" userId="2eea59ba-b83b-4a63-b222-cef7f900ec6d" providerId="ADAL" clId="{0B4CFE38-6E00-4E4A-971A-76EBF78284E2}" dt="2022-08-29T08:09:09.040" v="965" actId="1076"/>
          <ac:spMkLst>
            <pc:docMk/>
            <pc:sldMk cId="2352188456" sldId="388"/>
            <ac:spMk id="6" creationId="{4888196F-1EC0-2B9B-A67A-174C58E50021}"/>
          </ac:spMkLst>
        </pc:spChg>
        <pc:spChg chg="mod">
          <ac:chgData name="panwanke" userId="2eea59ba-b83b-4a63-b222-cef7f900ec6d" providerId="ADAL" clId="{0B4CFE38-6E00-4E4A-971A-76EBF78284E2}" dt="2022-08-29T08:09:19.908" v="1008" actId="1038"/>
          <ac:spMkLst>
            <pc:docMk/>
            <pc:sldMk cId="2352188456" sldId="388"/>
            <ac:spMk id="8" creationId="{450CB2D0-98D0-BAD5-2854-30C88A0FC4A1}"/>
          </ac:spMkLst>
        </pc:spChg>
      </pc:sldChg>
      <pc:sldChg chg="modSp add del mod">
        <pc:chgData name="panwanke" userId="2eea59ba-b83b-4a63-b222-cef7f900ec6d" providerId="ADAL" clId="{0B4CFE38-6E00-4E4A-971A-76EBF78284E2}" dt="2022-08-29T08:08:06.604" v="955" actId="47"/>
        <pc:sldMkLst>
          <pc:docMk/>
          <pc:sldMk cId="3030686493" sldId="388"/>
        </pc:sldMkLst>
        <pc:spChg chg="mod">
          <ac:chgData name="panwanke" userId="2eea59ba-b83b-4a63-b222-cef7f900ec6d" providerId="ADAL" clId="{0B4CFE38-6E00-4E4A-971A-76EBF78284E2}" dt="2022-08-29T08:07:45.135" v="954" actId="1036"/>
          <ac:spMkLst>
            <pc:docMk/>
            <pc:sldMk cId="3030686493" sldId="388"/>
            <ac:spMk id="8" creationId="{450CB2D0-98D0-BAD5-2854-30C88A0FC4A1}"/>
          </ac:spMkLst>
        </pc:spChg>
      </pc:sldChg>
      <pc:sldChg chg="addSp delSp modSp add mod ord">
        <pc:chgData name="panwanke" userId="2eea59ba-b83b-4a63-b222-cef7f900ec6d" providerId="ADAL" clId="{0B4CFE38-6E00-4E4A-971A-76EBF78284E2}" dt="2022-08-29T08:23:57.800" v="1098"/>
        <pc:sldMkLst>
          <pc:docMk/>
          <pc:sldMk cId="3031867965" sldId="389"/>
        </pc:sldMkLst>
        <pc:spChg chg="del">
          <ac:chgData name="panwanke" userId="2eea59ba-b83b-4a63-b222-cef7f900ec6d" providerId="ADAL" clId="{0B4CFE38-6E00-4E4A-971A-76EBF78284E2}" dt="2022-08-29T08:09:58.201" v="1011" actId="478"/>
          <ac:spMkLst>
            <pc:docMk/>
            <pc:sldMk cId="3031867965" sldId="389"/>
            <ac:spMk id="3" creationId="{DE9991C7-AE74-53EF-F2A1-437D590B277E}"/>
          </ac:spMkLst>
        </pc:spChg>
        <pc:spChg chg="del">
          <ac:chgData name="panwanke" userId="2eea59ba-b83b-4a63-b222-cef7f900ec6d" providerId="ADAL" clId="{0B4CFE38-6E00-4E4A-971A-76EBF78284E2}" dt="2022-08-29T08:09:59.310" v="1012" actId="478"/>
          <ac:spMkLst>
            <pc:docMk/>
            <pc:sldMk cId="3031867965" sldId="389"/>
            <ac:spMk id="6" creationId="{4888196F-1EC0-2B9B-A67A-174C58E50021}"/>
          </ac:spMkLst>
        </pc:spChg>
        <pc:spChg chg="mod">
          <ac:chgData name="panwanke" userId="2eea59ba-b83b-4a63-b222-cef7f900ec6d" providerId="ADAL" clId="{0B4CFE38-6E00-4E4A-971A-76EBF78284E2}" dt="2022-08-29T08:10:16.884" v="1016" actId="14100"/>
          <ac:spMkLst>
            <pc:docMk/>
            <pc:sldMk cId="3031867965" sldId="389"/>
            <ac:spMk id="8" creationId="{450CB2D0-98D0-BAD5-2854-30C88A0FC4A1}"/>
          </ac:spMkLst>
        </pc:spChg>
        <pc:picChg chg="add mod">
          <ac:chgData name="panwanke" userId="2eea59ba-b83b-4a63-b222-cef7f900ec6d" providerId="ADAL" clId="{0B4CFE38-6E00-4E4A-971A-76EBF78284E2}" dt="2022-08-29T08:10:36.236" v="1018" actId="1076"/>
          <ac:picMkLst>
            <pc:docMk/>
            <pc:sldMk cId="3031867965" sldId="389"/>
            <ac:picMk id="7" creationId="{5DB49D8C-4FA9-F4B5-593B-1F3ED19A3B3D}"/>
          </ac:picMkLst>
        </pc:picChg>
        <pc:cxnChg chg="add mod">
          <ac:chgData name="panwanke" userId="2eea59ba-b83b-4a63-b222-cef7f900ec6d" providerId="ADAL" clId="{0B4CFE38-6E00-4E4A-971A-76EBF78284E2}" dt="2022-08-29T08:11:02.436" v="1020" actId="13822"/>
          <ac:cxnSpMkLst>
            <pc:docMk/>
            <pc:sldMk cId="3031867965" sldId="389"/>
            <ac:cxnSpMk id="10" creationId="{299A1032-AD71-AA1B-0F9A-69FA4F1AF558}"/>
          </ac:cxnSpMkLst>
        </pc:cxnChg>
        <pc:cxnChg chg="add mod">
          <ac:chgData name="panwanke" userId="2eea59ba-b83b-4a63-b222-cef7f900ec6d" providerId="ADAL" clId="{0B4CFE38-6E00-4E4A-971A-76EBF78284E2}" dt="2022-08-29T08:11:09.622" v="1023" actId="14100"/>
          <ac:cxnSpMkLst>
            <pc:docMk/>
            <pc:sldMk cId="3031867965" sldId="389"/>
            <ac:cxnSpMk id="15" creationId="{39A274BE-2B4E-7702-71F7-3FF785E0098B}"/>
          </ac:cxnSpMkLst>
        </pc:cxnChg>
      </pc:sldChg>
      <pc:sldChg chg="addSp delSp modSp add mod ord">
        <pc:chgData name="panwanke" userId="2eea59ba-b83b-4a63-b222-cef7f900ec6d" providerId="ADAL" clId="{0B4CFE38-6E00-4E4A-971A-76EBF78284E2}" dt="2022-08-29T08:23:57.800" v="1098"/>
        <pc:sldMkLst>
          <pc:docMk/>
          <pc:sldMk cId="3010866688" sldId="390"/>
        </pc:sldMkLst>
        <pc:spChg chg="mod ord">
          <ac:chgData name="panwanke" userId="2eea59ba-b83b-4a63-b222-cef7f900ec6d" providerId="ADAL" clId="{0B4CFE38-6E00-4E4A-971A-76EBF78284E2}" dt="2022-08-29T08:12:20.065" v="1032" actId="14100"/>
          <ac:spMkLst>
            <pc:docMk/>
            <pc:sldMk cId="3010866688" sldId="390"/>
            <ac:spMk id="8" creationId="{450CB2D0-98D0-BAD5-2854-30C88A0FC4A1}"/>
          </ac:spMkLst>
        </pc:spChg>
        <pc:picChg chg="add mod">
          <ac:chgData name="panwanke" userId="2eea59ba-b83b-4a63-b222-cef7f900ec6d" providerId="ADAL" clId="{0B4CFE38-6E00-4E4A-971A-76EBF78284E2}" dt="2022-08-29T08:12:02.751" v="1028" actId="1076"/>
          <ac:picMkLst>
            <pc:docMk/>
            <pc:sldMk cId="3010866688" sldId="390"/>
            <ac:picMk id="4" creationId="{9D11C559-1666-97FA-6DAC-C8EC8EAF514E}"/>
          </ac:picMkLst>
        </pc:picChg>
        <pc:cxnChg chg="del">
          <ac:chgData name="panwanke" userId="2eea59ba-b83b-4a63-b222-cef7f900ec6d" providerId="ADAL" clId="{0B4CFE38-6E00-4E4A-971A-76EBF78284E2}" dt="2022-08-29T08:12:22.626" v="1033" actId="478"/>
          <ac:cxnSpMkLst>
            <pc:docMk/>
            <pc:sldMk cId="3010866688" sldId="390"/>
            <ac:cxnSpMk id="10" creationId="{299A1032-AD71-AA1B-0F9A-69FA4F1AF558}"/>
          </ac:cxnSpMkLst>
        </pc:cxnChg>
        <pc:cxnChg chg="del">
          <ac:chgData name="panwanke" userId="2eea59ba-b83b-4a63-b222-cef7f900ec6d" providerId="ADAL" clId="{0B4CFE38-6E00-4E4A-971A-76EBF78284E2}" dt="2022-08-29T08:12:23.520" v="1034" actId="478"/>
          <ac:cxnSpMkLst>
            <pc:docMk/>
            <pc:sldMk cId="3010866688" sldId="390"/>
            <ac:cxnSpMk id="15" creationId="{39A274BE-2B4E-7702-71F7-3FF785E0098B}"/>
          </ac:cxnSpMkLst>
        </pc:cxnChg>
      </pc:sldChg>
      <pc:sldChg chg="addSp modSp add mod ord">
        <pc:chgData name="panwanke" userId="2eea59ba-b83b-4a63-b222-cef7f900ec6d" providerId="ADAL" clId="{0B4CFE38-6E00-4E4A-971A-76EBF78284E2}" dt="2022-08-29T08:23:57.800" v="1098"/>
        <pc:sldMkLst>
          <pc:docMk/>
          <pc:sldMk cId="2225995841" sldId="391"/>
        </pc:sldMkLst>
        <pc:spChg chg="mod ord">
          <ac:chgData name="panwanke" userId="2eea59ba-b83b-4a63-b222-cef7f900ec6d" providerId="ADAL" clId="{0B4CFE38-6E00-4E4A-971A-76EBF78284E2}" dt="2022-08-29T08:13:25.246" v="1044" actId="166"/>
          <ac:spMkLst>
            <pc:docMk/>
            <pc:sldMk cId="2225995841" sldId="391"/>
            <ac:spMk id="8" creationId="{450CB2D0-98D0-BAD5-2854-30C88A0FC4A1}"/>
          </ac:spMkLst>
        </pc:spChg>
        <pc:picChg chg="add mod">
          <ac:chgData name="panwanke" userId="2eea59ba-b83b-4a63-b222-cef7f900ec6d" providerId="ADAL" clId="{0B4CFE38-6E00-4E4A-971A-76EBF78284E2}" dt="2022-08-29T08:12:47.745" v="1037" actId="1076"/>
          <ac:picMkLst>
            <pc:docMk/>
            <pc:sldMk cId="2225995841" sldId="391"/>
            <ac:picMk id="6" creationId="{3DA276B5-21E9-9459-970D-486F7F862DD5}"/>
          </ac:picMkLst>
        </pc:picChg>
        <pc:cxnChg chg="add mod">
          <ac:chgData name="panwanke" userId="2eea59ba-b83b-4a63-b222-cef7f900ec6d" providerId="ADAL" clId="{0B4CFE38-6E00-4E4A-971A-76EBF78284E2}" dt="2022-08-29T08:13:21.773" v="1043" actId="14100"/>
          <ac:cxnSpMkLst>
            <pc:docMk/>
            <pc:sldMk cId="2225995841" sldId="391"/>
            <ac:cxnSpMk id="10" creationId="{07FE904D-9EBA-E587-9881-E637140327AE}"/>
          </ac:cxnSpMkLst>
        </pc:cxnChg>
      </pc:sldChg>
      <pc:sldChg chg="addSp delSp modSp add mod ord">
        <pc:chgData name="panwanke" userId="2eea59ba-b83b-4a63-b222-cef7f900ec6d" providerId="ADAL" clId="{0B4CFE38-6E00-4E4A-971A-76EBF78284E2}" dt="2022-08-29T08:23:57.800" v="1098"/>
        <pc:sldMkLst>
          <pc:docMk/>
          <pc:sldMk cId="396055559" sldId="392"/>
        </pc:sldMkLst>
        <pc:spChg chg="del">
          <ac:chgData name="panwanke" userId="2eea59ba-b83b-4a63-b222-cef7f900ec6d" providerId="ADAL" clId="{0B4CFE38-6E00-4E4A-971A-76EBF78284E2}" dt="2022-08-29T08:14:45.624" v="1083" actId="478"/>
          <ac:spMkLst>
            <pc:docMk/>
            <pc:sldMk cId="396055559" sldId="392"/>
            <ac:spMk id="8" creationId="{450CB2D0-98D0-BAD5-2854-30C88A0FC4A1}"/>
          </ac:spMkLst>
        </pc:spChg>
        <pc:spChg chg="mod">
          <ac:chgData name="panwanke" userId="2eea59ba-b83b-4a63-b222-cef7f900ec6d" providerId="ADAL" clId="{0B4CFE38-6E00-4E4A-971A-76EBF78284E2}" dt="2022-08-29T08:14:25.326" v="1075" actId="20577"/>
          <ac:spMkLst>
            <pc:docMk/>
            <pc:sldMk cId="396055559" sldId="392"/>
            <ac:spMk id="11" creationId="{30F87091-133D-DADE-F14C-D708A91420A6}"/>
          </ac:spMkLst>
        </pc:spChg>
        <pc:picChg chg="mod">
          <ac:chgData name="panwanke" userId="2eea59ba-b83b-4a63-b222-cef7f900ec6d" providerId="ADAL" clId="{0B4CFE38-6E00-4E4A-971A-76EBF78284E2}" dt="2022-08-29T08:14:44.292" v="1082" actId="1076"/>
          <ac:picMkLst>
            <pc:docMk/>
            <pc:sldMk cId="396055559" sldId="392"/>
            <ac:picMk id="4" creationId="{9D11C559-1666-97FA-6DAC-C8EC8EAF514E}"/>
          </ac:picMkLst>
        </pc:picChg>
        <pc:picChg chg="mod">
          <ac:chgData name="panwanke" userId="2eea59ba-b83b-4a63-b222-cef7f900ec6d" providerId="ADAL" clId="{0B4CFE38-6E00-4E4A-971A-76EBF78284E2}" dt="2022-08-29T08:14:42.855" v="1081" actId="1076"/>
          <ac:picMkLst>
            <pc:docMk/>
            <pc:sldMk cId="396055559" sldId="392"/>
            <ac:picMk id="6" creationId="{3DA276B5-21E9-9459-970D-486F7F862DD5}"/>
          </ac:picMkLst>
        </pc:picChg>
        <pc:picChg chg="mod">
          <ac:chgData name="panwanke" userId="2eea59ba-b83b-4a63-b222-cef7f900ec6d" providerId="ADAL" clId="{0B4CFE38-6E00-4E4A-971A-76EBF78284E2}" dt="2022-08-29T08:14:36.268" v="1079" actId="1076"/>
          <ac:picMkLst>
            <pc:docMk/>
            <pc:sldMk cId="396055559" sldId="392"/>
            <ac:picMk id="7" creationId="{5DB49D8C-4FA9-F4B5-593B-1F3ED19A3B3D}"/>
          </ac:picMkLst>
        </pc:picChg>
        <pc:picChg chg="del">
          <ac:chgData name="panwanke" userId="2eea59ba-b83b-4a63-b222-cef7f900ec6d" providerId="ADAL" clId="{0B4CFE38-6E00-4E4A-971A-76EBF78284E2}" dt="2022-08-29T08:14:29.855" v="1076" actId="478"/>
          <ac:picMkLst>
            <pc:docMk/>
            <pc:sldMk cId="396055559" sldId="392"/>
            <ac:picMk id="3078" creationId="{2C65E252-F448-5DDE-4129-C73AD8DC3EF8}"/>
          </ac:picMkLst>
        </pc:picChg>
        <pc:picChg chg="del">
          <ac:chgData name="panwanke" userId="2eea59ba-b83b-4a63-b222-cef7f900ec6d" providerId="ADAL" clId="{0B4CFE38-6E00-4E4A-971A-76EBF78284E2}" dt="2022-08-29T08:14:30.272" v="1077" actId="478"/>
          <ac:picMkLst>
            <pc:docMk/>
            <pc:sldMk cId="396055559" sldId="392"/>
            <ac:picMk id="9218" creationId="{82B2478A-E85A-4CCE-FA8B-BFBBDC052852}"/>
          </ac:picMkLst>
        </pc:picChg>
        <pc:picChg chg="add mod">
          <ac:chgData name="panwanke" userId="2eea59ba-b83b-4a63-b222-cef7f900ec6d" providerId="ADAL" clId="{0B4CFE38-6E00-4E4A-971A-76EBF78284E2}" dt="2022-08-29T08:18:44.387" v="1085" actId="1076"/>
          <ac:picMkLst>
            <pc:docMk/>
            <pc:sldMk cId="396055559" sldId="392"/>
            <ac:picMk id="10242" creationId="{5B1EF07E-DEFB-69D5-FC90-97C2D3527559}"/>
          </ac:picMkLst>
        </pc:picChg>
        <pc:picChg chg="add del mod">
          <ac:chgData name="panwanke" userId="2eea59ba-b83b-4a63-b222-cef7f900ec6d" providerId="ADAL" clId="{0B4CFE38-6E00-4E4A-971A-76EBF78284E2}" dt="2022-08-29T08:18:52.518" v="1089" actId="478"/>
          <ac:picMkLst>
            <pc:docMk/>
            <pc:sldMk cId="396055559" sldId="392"/>
            <ac:picMk id="10244" creationId="{C76DF2DB-0255-B116-59D1-B3AD37915655}"/>
          </ac:picMkLst>
        </pc:picChg>
        <pc:picChg chg="add mod">
          <ac:chgData name="panwanke" userId="2eea59ba-b83b-4a63-b222-cef7f900ec6d" providerId="ADAL" clId="{0B4CFE38-6E00-4E4A-971A-76EBF78284E2}" dt="2022-08-29T08:18:55.064" v="1091" actId="1076"/>
          <ac:picMkLst>
            <pc:docMk/>
            <pc:sldMk cId="396055559" sldId="392"/>
            <ac:picMk id="10246" creationId="{B659F272-07F9-1546-EA85-4B299F32B06B}"/>
          </ac:picMkLst>
        </pc:picChg>
        <pc:cxnChg chg="del">
          <ac:chgData name="panwanke" userId="2eea59ba-b83b-4a63-b222-cef7f900ec6d" providerId="ADAL" clId="{0B4CFE38-6E00-4E4A-971A-76EBF78284E2}" dt="2022-08-29T08:14:31.472" v="1078" actId="478"/>
          <ac:cxnSpMkLst>
            <pc:docMk/>
            <pc:sldMk cId="396055559" sldId="392"/>
            <ac:cxnSpMk id="10" creationId="{07FE904D-9EBA-E587-9881-E637140327AE}"/>
          </ac:cxnSpMkLst>
        </pc:cxnChg>
      </pc:sldChg>
      <pc:sldChg chg="addSp delSp modSp add mod ord modNotesTx">
        <pc:chgData name="panwanke" userId="2eea59ba-b83b-4a63-b222-cef7f900ec6d" providerId="ADAL" clId="{0B4CFE38-6E00-4E4A-971A-76EBF78284E2}" dt="2022-08-29T10:12:23.620" v="1529" actId="1038"/>
        <pc:sldMkLst>
          <pc:docMk/>
          <pc:sldMk cId="394688169" sldId="393"/>
        </pc:sldMkLst>
        <pc:spChg chg="mod">
          <ac:chgData name="panwanke" userId="2eea59ba-b83b-4a63-b222-cef7f900ec6d" providerId="ADAL" clId="{0B4CFE38-6E00-4E4A-971A-76EBF78284E2}" dt="2022-08-29T09:39:21.360" v="1346" actId="14100"/>
          <ac:spMkLst>
            <pc:docMk/>
            <pc:sldMk cId="394688169" sldId="393"/>
            <ac:spMk id="11" creationId="{30F87091-133D-DADE-F14C-D708A91420A6}"/>
          </ac:spMkLst>
        </pc:spChg>
        <pc:spChg chg="add del mod">
          <ac:chgData name="panwanke" userId="2eea59ba-b83b-4a63-b222-cef7f900ec6d" providerId="ADAL" clId="{0B4CFE38-6E00-4E4A-971A-76EBF78284E2}" dt="2022-08-29T10:01:29.622" v="1375" actId="478"/>
          <ac:spMkLst>
            <pc:docMk/>
            <pc:sldMk cId="394688169" sldId="393"/>
            <ac:spMk id="15" creationId="{57CC0A45-4DD4-BD4F-D284-5D175A0F8571}"/>
          </ac:spMkLst>
        </pc:spChg>
        <pc:spChg chg="mod">
          <ac:chgData name="panwanke" userId="2eea59ba-b83b-4a63-b222-cef7f900ec6d" providerId="ADAL" clId="{0B4CFE38-6E00-4E4A-971A-76EBF78284E2}" dt="2022-08-29T10:02:15.578" v="1391" actId="1076"/>
          <ac:spMkLst>
            <pc:docMk/>
            <pc:sldMk cId="394688169" sldId="393"/>
            <ac:spMk id="17" creationId="{F18D6AE3-6F30-7BA0-B967-208A8AFCFC4C}"/>
          </ac:spMkLst>
        </pc:spChg>
        <pc:spChg chg="add mod">
          <ac:chgData name="panwanke" userId="2eea59ba-b83b-4a63-b222-cef7f900ec6d" providerId="ADAL" clId="{0B4CFE38-6E00-4E4A-971A-76EBF78284E2}" dt="2022-08-29T10:02:49.657" v="1405" actId="207"/>
          <ac:spMkLst>
            <pc:docMk/>
            <pc:sldMk cId="394688169" sldId="393"/>
            <ac:spMk id="19" creationId="{19C57D30-5C1C-57E4-B0EF-D68C7EF02172}"/>
          </ac:spMkLst>
        </pc:spChg>
        <pc:spChg chg="add mod">
          <ac:chgData name="panwanke" userId="2eea59ba-b83b-4a63-b222-cef7f900ec6d" providerId="ADAL" clId="{0B4CFE38-6E00-4E4A-971A-76EBF78284E2}" dt="2022-08-29T10:12:23.620" v="1529" actId="1038"/>
          <ac:spMkLst>
            <pc:docMk/>
            <pc:sldMk cId="394688169" sldId="393"/>
            <ac:spMk id="21" creationId="{C1DEEF5D-3512-9DAB-C035-683277E4C8F7}"/>
          </ac:spMkLst>
        </pc:spChg>
        <pc:picChg chg="del">
          <ac:chgData name="panwanke" userId="2eea59ba-b83b-4a63-b222-cef7f900ec6d" providerId="ADAL" clId="{0B4CFE38-6E00-4E4A-971A-76EBF78284E2}" dt="2022-08-29T08:24:28.437" v="1109" actId="478"/>
          <ac:picMkLst>
            <pc:docMk/>
            <pc:sldMk cId="394688169" sldId="393"/>
            <ac:picMk id="4" creationId="{F2F9D4C2-E249-CF6D-2AA4-598E3F56A9FB}"/>
          </ac:picMkLst>
        </pc:picChg>
        <pc:picChg chg="add del mod">
          <ac:chgData name="panwanke" userId="2eea59ba-b83b-4a63-b222-cef7f900ec6d" providerId="ADAL" clId="{0B4CFE38-6E00-4E4A-971A-76EBF78284E2}" dt="2022-08-29T09:39:28.554" v="1347" actId="478"/>
          <ac:picMkLst>
            <pc:docMk/>
            <pc:sldMk cId="394688169" sldId="393"/>
            <ac:picMk id="6" creationId="{D49E9747-4B24-BF0F-68F6-92DDCC4C6B63}"/>
          </ac:picMkLst>
        </pc:picChg>
        <pc:picChg chg="add mod">
          <ac:chgData name="panwanke" userId="2eea59ba-b83b-4a63-b222-cef7f900ec6d" providerId="ADAL" clId="{0B4CFE38-6E00-4E4A-971A-76EBF78284E2}" dt="2022-08-29T10:01:53.397" v="1381" actId="1076"/>
          <ac:picMkLst>
            <pc:docMk/>
            <pc:sldMk cId="394688169" sldId="393"/>
            <ac:picMk id="8" creationId="{72C188EE-D4BF-451A-B9E7-0887FA1B07FE}"/>
          </ac:picMkLst>
        </pc:picChg>
        <pc:picChg chg="add del mod">
          <ac:chgData name="panwanke" userId="2eea59ba-b83b-4a63-b222-cef7f900ec6d" providerId="ADAL" clId="{0B4CFE38-6E00-4E4A-971A-76EBF78284E2}" dt="2022-08-29T10:11:44.386" v="1505" actId="478"/>
          <ac:picMkLst>
            <pc:docMk/>
            <pc:sldMk cId="394688169" sldId="393"/>
            <ac:picMk id="10" creationId="{E02B25A7-11D9-FA87-733C-91601727DCED}"/>
          </ac:picMkLst>
        </pc:picChg>
        <pc:picChg chg="add mod">
          <ac:chgData name="panwanke" userId="2eea59ba-b83b-4a63-b222-cef7f900ec6d" providerId="ADAL" clId="{0B4CFE38-6E00-4E4A-971A-76EBF78284E2}" dt="2022-08-29T10:12:09.128" v="1510" actId="14100"/>
          <ac:picMkLst>
            <pc:docMk/>
            <pc:sldMk cId="394688169" sldId="393"/>
            <ac:picMk id="29" creationId="{E14B616C-1664-250E-F4AE-52A0EC0A2205}"/>
          </ac:picMkLst>
        </pc:picChg>
        <pc:cxnChg chg="add mod">
          <ac:chgData name="panwanke" userId="2eea59ba-b83b-4a63-b222-cef7f900ec6d" providerId="ADAL" clId="{0B4CFE38-6E00-4E4A-971A-76EBF78284E2}" dt="2022-08-29T10:03:43.800" v="1435" actId="13822"/>
          <ac:cxnSpMkLst>
            <pc:docMk/>
            <pc:sldMk cId="394688169" sldId="393"/>
            <ac:cxnSpMk id="23" creationId="{C8A29D97-33D5-4C0D-E516-2F1A632B3507}"/>
          </ac:cxnSpMkLst>
        </pc:cxnChg>
        <pc:cxnChg chg="add mod">
          <ac:chgData name="panwanke" userId="2eea59ba-b83b-4a63-b222-cef7f900ec6d" providerId="ADAL" clId="{0B4CFE38-6E00-4E4A-971A-76EBF78284E2}" dt="2022-08-29T10:12:23.620" v="1529" actId="1038"/>
          <ac:cxnSpMkLst>
            <pc:docMk/>
            <pc:sldMk cId="394688169" sldId="393"/>
            <ac:cxnSpMk id="25" creationId="{9586815E-6E38-C90D-6182-6864372209C5}"/>
          </ac:cxnSpMkLst>
        </pc:cxnChg>
      </pc:sldChg>
      <pc:sldChg chg="addSp delSp modSp add mod">
        <pc:chgData name="panwanke" userId="2eea59ba-b83b-4a63-b222-cef7f900ec6d" providerId="ADAL" clId="{0B4CFE38-6E00-4E4A-971A-76EBF78284E2}" dt="2022-08-30T07:26:18.118" v="2195"/>
        <pc:sldMkLst>
          <pc:docMk/>
          <pc:sldMk cId="2674258385" sldId="394"/>
        </pc:sldMkLst>
        <pc:spChg chg="mod">
          <ac:chgData name="panwanke" userId="2eea59ba-b83b-4a63-b222-cef7f900ec6d" providerId="ADAL" clId="{0B4CFE38-6E00-4E4A-971A-76EBF78284E2}" dt="2022-08-30T07:26:18.118" v="2195"/>
          <ac:spMkLst>
            <pc:docMk/>
            <pc:sldMk cId="2674258385" sldId="394"/>
            <ac:spMk id="11" creationId="{30F87091-133D-DADE-F14C-D708A91420A6}"/>
          </ac:spMkLst>
        </pc:spChg>
        <pc:spChg chg="del mod">
          <ac:chgData name="panwanke" userId="2eea59ba-b83b-4a63-b222-cef7f900ec6d" providerId="ADAL" clId="{0B4CFE38-6E00-4E4A-971A-76EBF78284E2}" dt="2022-08-29T10:42:10.788" v="1717" actId="478"/>
          <ac:spMkLst>
            <pc:docMk/>
            <pc:sldMk cId="2674258385" sldId="394"/>
            <ac:spMk id="17" creationId="{F18D6AE3-6F30-7BA0-B967-208A8AFCFC4C}"/>
          </ac:spMkLst>
        </pc:spChg>
        <pc:spChg chg="mod">
          <ac:chgData name="panwanke" userId="2eea59ba-b83b-4a63-b222-cef7f900ec6d" providerId="ADAL" clId="{0B4CFE38-6E00-4E4A-971A-76EBF78284E2}" dt="2022-08-29T10:42:54.023" v="1756" actId="20577"/>
          <ac:spMkLst>
            <pc:docMk/>
            <pc:sldMk cId="2674258385" sldId="394"/>
            <ac:spMk id="19" creationId="{8C00D32E-5BEC-47DE-CAE4-6D4A470DEB25}"/>
          </ac:spMkLst>
        </pc:spChg>
        <pc:spChg chg="mod">
          <ac:chgData name="panwanke" userId="2eea59ba-b83b-4a63-b222-cef7f900ec6d" providerId="ADAL" clId="{0B4CFE38-6E00-4E4A-971A-76EBF78284E2}" dt="2022-08-29T10:43:56.076" v="1779" actId="1036"/>
          <ac:spMkLst>
            <pc:docMk/>
            <pc:sldMk cId="2674258385" sldId="394"/>
            <ac:spMk id="20" creationId="{771E0B2A-6435-B56E-15EE-6D29D4B96ACA}"/>
          </ac:spMkLst>
        </pc:spChg>
        <pc:spChg chg="mod">
          <ac:chgData name="panwanke" userId="2eea59ba-b83b-4a63-b222-cef7f900ec6d" providerId="ADAL" clId="{0B4CFE38-6E00-4E4A-971A-76EBF78284E2}" dt="2022-08-29T10:43:58.283" v="1784" actId="1036"/>
          <ac:spMkLst>
            <pc:docMk/>
            <pc:sldMk cId="2674258385" sldId="394"/>
            <ac:spMk id="21" creationId="{13803291-1EC0-E55B-0DF7-CE1171B9C12B}"/>
          </ac:spMkLst>
        </pc:spChg>
        <pc:spChg chg="add mod">
          <ac:chgData name="panwanke" userId="2eea59ba-b83b-4a63-b222-cef7f900ec6d" providerId="ADAL" clId="{0B4CFE38-6E00-4E4A-971A-76EBF78284E2}" dt="2022-08-29T10:44:58.141" v="1818" actId="1076"/>
          <ac:spMkLst>
            <pc:docMk/>
            <pc:sldMk cId="2674258385" sldId="394"/>
            <ac:spMk id="29" creationId="{D307CCDC-3846-ABB1-8120-DC38219214F7}"/>
          </ac:spMkLst>
        </pc:spChg>
        <pc:grpChg chg="add mod">
          <ac:chgData name="panwanke" userId="2eea59ba-b83b-4a63-b222-cef7f900ec6d" providerId="ADAL" clId="{0B4CFE38-6E00-4E4A-971A-76EBF78284E2}" dt="2022-08-29T10:43:32.475" v="1770" actId="1076"/>
          <ac:grpSpMkLst>
            <pc:docMk/>
            <pc:sldMk cId="2674258385" sldId="394"/>
            <ac:grpSpMk id="18" creationId="{43BA73E7-E3EE-82DA-1631-5595F5A18217}"/>
          </ac:grpSpMkLst>
        </pc:grpChg>
        <pc:picChg chg="add del mod">
          <ac:chgData name="panwanke" userId="2eea59ba-b83b-4a63-b222-cef7f900ec6d" providerId="ADAL" clId="{0B4CFE38-6E00-4E4A-971A-76EBF78284E2}" dt="2022-08-29T10:04:27.944" v="1443" actId="478"/>
          <ac:picMkLst>
            <pc:docMk/>
            <pc:sldMk cId="2674258385" sldId="394"/>
            <ac:picMk id="4" creationId="{7A3BE044-BCF9-DA67-C21F-AF3ACAAADDA0}"/>
          </ac:picMkLst>
        </pc:picChg>
        <pc:picChg chg="mod">
          <ac:chgData name="panwanke" userId="2eea59ba-b83b-4a63-b222-cef7f900ec6d" providerId="ADAL" clId="{0B4CFE38-6E00-4E4A-971A-76EBF78284E2}" dt="2022-08-29T10:42:16.236" v="1720" actId="1076"/>
          <ac:picMkLst>
            <pc:docMk/>
            <pc:sldMk cId="2674258385" sldId="394"/>
            <ac:picMk id="6" creationId="{D49E9747-4B24-BF0F-68F6-92DDCC4C6B63}"/>
          </ac:picMkLst>
        </pc:picChg>
        <pc:picChg chg="add del mod">
          <ac:chgData name="panwanke" userId="2eea59ba-b83b-4a63-b222-cef7f900ec6d" providerId="ADAL" clId="{0B4CFE38-6E00-4E4A-971A-76EBF78284E2}" dt="2022-08-29T10:04:28.400" v="1444" actId="478"/>
          <ac:picMkLst>
            <pc:docMk/>
            <pc:sldMk cId="2674258385" sldId="394"/>
            <ac:picMk id="8" creationId="{B40A9BA5-D222-7B06-85E4-FC77A28FEE7B}"/>
          </ac:picMkLst>
        </pc:picChg>
        <pc:picChg chg="add del mod">
          <ac:chgData name="panwanke" userId="2eea59ba-b83b-4a63-b222-cef7f900ec6d" providerId="ADAL" clId="{0B4CFE38-6E00-4E4A-971A-76EBF78284E2}" dt="2022-08-29T10:06:23.011" v="1453" actId="21"/>
          <ac:picMkLst>
            <pc:docMk/>
            <pc:sldMk cId="2674258385" sldId="394"/>
            <ac:picMk id="10" creationId="{42384C7F-11A6-9462-5236-4124675D25D6}"/>
          </ac:picMkLst>
        </pc:picChg>
        <pc:picChg chg="add mod">
          <ac:chgData name="panwanke" userId="2eea59ba-b83b-4a63-b222-cef7f900ec6d" providerId="ADAL" clId="{0B4CFE38-6E00-4E4A-971A-76EBF78284E2}" dt="2022-08-29T10:43:38.280" v="1773" actId="1076"/>
          <ac:picMkLst>
            <pc:docMk/>
            <pc:sldMk cId="2674258385" sldId="394"/>
            <ac:picMk id="15" creationId="{7FB7A137-11D5-1AA2-0641-42E456A92ED7}"/>
          </ac:picMkLst>
        </pc:picChg>
        <pc:cxnChg chg="mod">
          <ac:chgData name="panwanke" userId="2eea59ba-b83b-4a63-b222-cef7f900ec6d" providerId="ADAL" clId="{0B4CFE38-6E00-4E4A-971A-76EBF78284E2}" dt="2022-08-29T10:43:56.076" v="1779" actId="1036"/>
          <ac:cxnSpMkLst>
            <pc:docMk/>
            <pc:sldMk cId="2674258385" sldId="394"/>
            <ac:cxnSpMk id="22" creationId="{A2D09A5F-53FD-4820-D63C-E23B2D21DE04}"/>
          </ac:cxnSpMkLst>
        </pc:cxnChg>
        <pc:cxnChg chg="mod">
          <ac:chgData name="panwanke" userId="2eea59ba-b83b-4a63-b222-cef7f900ec6d" providerId="ADAL" clId="{0B4CFE38-6E00-4E4A-971A-76EBF78284E2}" dt="2022-08-29T10:43:58.283" v="1784" actId="1036"/>
          <ac:cxnSpMkLst>
            <pc:docMk/>
            <pc:sldMk cId="2674258385" sldId="394"/>
            <ac:cxnSpMk id="23" creationId="{1DC3B693-7910-328A-76E5-789747FEB2A2}"/>
          </ac:cxnSpMkLst>
        </pc:cxnChg>
        <pc:cxnChg chg="add mod">
          <ac:chgData name="panwanke" userId="2eea59ba-b83b-4a63-b222-cef7f900ec6d" providerId="ADAL" clId="{0B4CFE38-6E00-4E4A-971A-76EBF78284E2}" dt="2022-08-29T10:45:17.329" v="1820" actId="13822"/>
          <ac:cxnSpMkLst>
            <pc:docMk/>
            <pc:sldMk cId="2674258385" sldId="394"/>
            <ac:cxnSpMk id="31" creationId="{D24A53B8-DD42-02B4-90A9-82BD35C4335E}"/>
          </ac:cxnSpMkLst>
        </pc:cxnChg>
      </pc:sldChg>
      <pc:sldChg chg="addSp delSp modSp add mod modNotesTx">
        <pc:chgData name="panwanke" userId="2eea59ba-b83b-4a63-b222-cef7f900ec6d" providerId="ADAL" clId="{0B4CFE38-6E00-4E4A-971A-76EBF78284E2}" dt="2022-08-30T07:38:58.165" v="2262" actId="20577"/>
        <pc:sldMkLst>
          <pc:docMk/>
          <pc:sldMk cId="1250032048" sldId="395"/>
        </pc:sldMkLst>
        <pc:spChg chg="mod">
          <ac:chgData name="panwanke" userId="2eea59ba-b83b-4a63-b222-cef7f900ec6d" providerId="ADAL" clId="{0B4CFE38-6E00-4E4A-971A-76EBF78284E2}" dt="2022-08-30T07:26:08.975" v="2194" actId="20577"/>
          <ac:spMkLst>
            <pc:docMk/>
            <pc:sldMk cId="1250032048" sldId="395"/>
            <ac:spMk id="11" creationId="{30F87091-133D-DADE-F14C-D708A91420A6}"/>
          </ac:spMkLst>
        </pc:spChg>
        <pc:spChg chg="del">
          <ac:chgData name="panwanke" userId="2eea59ba-b83b-4a63-b222-cef7f900ec6d" providerId="ADAL" clId="{0B4CFE38-6E00-4E4A-971A-76EBF78284E2}" dt="2022-08-29T10:22:00.587" v="1596" actId="478"/>
          <ac:spMkLst>
            <pc:docMk/>
            <pc:sldMk cId="1250032048" sldId="395"/>
            <ac:spMk id="17" creationId="{F18D6AE3-6F30-7BA0-B967-208A8AFCFC4C}"/>
          </ac:spMkLst>
        </pc:spChg>
        <pc:spChg chg="mod">
          <ac:chgData name="panwanke" userId="2eea59ba-b83b-4a63-b222-cef7f900ec6d" providerId="ADAL" clId="{0B4CFE38-6E00-4E4A-971A-76EBF78284E2}" dt="2022-08-29T10:40:49.452" v="1681" actId="1076"/>
          <ac:spMkLst>
            <pc:docMk/>
            <pc:sldMk cId="1250032048" sldId="395"/>
            <ac:spMk id="19" creationId="{19C57D30-5C1C-57E4-B0EF-D68C7EF02172}"/>
          </ac:spMkLst>
        </pc:spChg>
        <pc:spChg chg="mod">
          <ac:chgData name="panwanke" userId="2eea59ba-b83b-4a63-b222-cef7f900ec6d" providerId="ADAL" clId="{0B4CFE38-6E00-4E4A-971A-76EBF78284E2}" dt="2022-08-29T10:25:34.948" v="1661" actId="1076"/>
          <ac:spMkLst>
            <pc:docMk/>
            <pc:sldMk cId="1250032048" sldId="395"/>
            <ac:spMk id="21" creationId="{C1DEEF5D-3512-9DAB-C035-683277E4C8F7}"/>
          </ac:spMkLst>
        </pc:spChg>
        <pc:spChg chg="mod">
          <ac:chgData name="panwanke" userId="2eea59ba-b83b-4a63-b222-cef7f900ec6d" providerId="ADAL" clId="{0B4CFE38-6E00-4E4A-971A-76EBF78284E2}" dt="2022-08-29T10:22:35.603" v="1606" actId="14100"/>
          <ac:spMkLst>
            <pc:docMk/>
            <pc:sldMk cId="1250032048" sldId="395"/>
            <ac:spMk id="30" creationId="{E0CD8F78-BCB7-B294-B883-85CE83BCFBD5}"/>
          </ac:spMkLst>
        </pc:spChg>
        <pc:spChg chg="mod">
          <ac:chgData name="panwanke" userId="2eea59ba-b83b-4a63-b222-cef7f900ec6d" providerId="ADAL" clId="{0B4CFE38-6E00-4E4A-971A-76EBF78284E2}" dt="2022-08-29T10:23:46.928" v="1624" actId="1076"/>
          <ac:spMkLst>
            <pc:docMk/>
            <pc:sldMk cId="1250032048" sldId="395"/>
            <ac:spMk id="31" creationId="{8993EF14-28CA-6E22-F6DE-672DC7D77571}"/>
          </ac:spMkLst>
        </pc:spChg>
        <pc:spChg chg="mod">
          <ac:chgData name="panwanke" userId="2eea59ba-b83b-4a63-b222-cef7f900ec6d" providerId="ADAL" clId="{0B4CFE38-6E00-4E4A-971A-76EBF78284E2}" dt="2022-08-29T10:23:43.772" v="1623" actId="14100"/>
          <ac:spMkLst>
            <pc:docMk/>
            <pc:sldMk cId="1250032048" sldId="395"/>
            <ac:spMk id="32" creationId="{923691CA-44B2-90F1-1999-661830E93C9F}"/>
          </ac:spMkLst>
        </pc:spChg>
        <pc:spChg chg="add mod ord">
          <ac:chgData name="panwanke" userId="2eea59ba-b83b-4a63-b222-cef7f900ec6d" providerId="ADAL" clId="{0B4CFE38-6E00-4E4A-971A-76EBF78284E2}" dt="2022-08-29T10:25:03.175" v="1653" actId="1076"/>
          <ac:spMkLst>
            <pc:docMk/>
            <pc:sldMk cId="1250032048" sldId="395"/>
            <ac:spMk id="45" creationId="{A26FFFBB-034E-AF80-EC43-C26760CC41ED}"/>
          </ac:spMkLst>
        </pc:spChg>
        <pc:grpChg chg="add mod">
          <ac:chgData name="panwanke" userId="2eea59ba-b83b-4a63-b222-cef7f900ec6d" providerId="ADAL" clId="{0B4CFE38-6E00-4E4A-971A-76EBF78284E2}" dt="2022-08-29T10:24:00.087" v="1625" actId="1076"/>
          <ac:grpSpMkLst>
            <pc:docMk/>
            <pc:sldMk cId="1250032048" sldId="395"/>
            <ac:grpSpMk id="29" creationId="{9B34F9F4-915D-82D3-64D1-CD4D9C3E0BE9}"/>
          </ac:grpSpMkLst>
        </pc:grpChg>
        <pc:grpChg chg="add mod">
          <ac:chgData name="panwanke" userId="2eea59ba-b83b-4a63-b222-cef7f900ec6d" providerId="ADAL" clId="{0B4CFE38-6E00-4E4A-971A-76EBF78284E2}" dt="2022-08-29T10:25:18.857" v="1655" actId="1076"/>
          <ac:grpSpMkLst>
            <pc:docMk/>
            <pc:sldMk cId="1250032048" sldId="395"/>
            <ac:grpSpMk id="46" creationId="{07ED0C09-F118-986A-F469-53DD60566F51}"/>
          </ac:grpSpMkLst>
        </pc:grpChg>
        <pc:picChg chg="add mod">
          <ac:chgData name="panwanke" userId="2eea59ba-b83b-4a63-b222-cef7f900ec6d" providerId="ADAL" clId="{0B4CFE38-6E00-4E4A-971A-76EBF78284E2}" dt="2022-08-29T10:17:54.804" v="1584" actId="1076"/>
          <ac:picMkLst>
            <pc:docMk/>
            <pc:sldMk cId="1250032048" sldId="395"/>
            <ac:picMk id="4" creationId="{8490947A-8BDE-5EFA-24CB-5E60944A42AF}"/>
          </ac:picMkLst>
        </pc:picChg>
        <pc:picChg chg="add mod">
          <ac:chgData name="panwanke" userId="2eea59ba-b83b-4a63-b222-cef7f900ec6d" providerId="ADAL" clId="{0B4CFE38-6E00-4E4A-971A-76EBF78284E2}" dt="2022-08-29T10:16:25.348" v="1576" actId="1076"/>
          <ac:picMkLst>
            <pc:docMk/>
            <pc:sldMk cId="1250032048" sldId="395"/>
            <ac:picMk id="7" creationId="{309D5553-F790-190F-79AB-96229679DDC7}"/>
          </ac:picMkLst>
        </pc:picChg>
        <pc:picChg chg="del">
          <ac:chgData name="panwanke" userId="2eea59ba-b83b-4a63-b222-cef7f900ec6d" providerId="ADAL" clId="{0B4CFE38-6E00-4E4A-971A-76EBF78284E2}" dt="2022-08-29T10:06:19.939" v="1451" actId="478"/>
          <ac:picMkLst>
            <pc:docMk/>
            <pc:sldMk cId="1250032048" sldId="395"/>
            <ac:picMk id="8" creationId="{72C188EE-D4BF-451A-B9E7-0887FA1B07FE}"/>
          </ac:picMkLst>
        </pc:picChg>
        <pc:picChg chg="del">
          <ac:chgData name="panwanke" userId="2eea59ba-b83b-4a63-b222-cef7f900ec6d" providerId="ADAL" clId="{0B4CFE38-6E00-4E4A-971A-76EBF78284E2}" dt="2022-08-29T10:06:20.267" v="1452" actId="478"/>
          <ac:picMkLst>
            <pc:docMk/>
            <pc:sldMk cId="1250032048" sldId="395"/>
            <ac:picMk id="10" creationId="{E02B25A7-11D9-FA87-733C-91601727DCED}"/>
          </ac:picMkLst>
        </pc:picChg>
        <pc:cxnChg chg="mod">
          <ac:chgData name="panwanke" userId="2eea59ba-b83b-4a63-b222-cef7f900ec6d" providerId="ADAL" clId="{0B4CFE38-6E00-4E4A-971A-76EBF78284E2}" dt="2022-08-29T10:40:49.452" v="1681" actId="1076"/>
          <ac:cxnSpMkLst>
            <pc:docMk/>
            <pc:sldMk cId="1250032048" sldId="395"/>
            <ac:cxnSpMk id="23" creationId="{C8A29D97-33D5-4C0D-E516-2F1A632B3507}"/>
          </ac:cxnSpMkLst>
        </pc:cxnChg>
        <pc:cxnChg chg="mod ord">
          <ac:chgData name="panwanke" userId="2eea59ba-b83b-4a63-b222-cef7f900ec6d" providerId="ADAL" clId="{0B4CFE38-6E00-4E4A-971A-76EBF78284E2}" dt="2022-08-29T10:40:26.089" v="1666" actId="166"/>
          <ac:cxnSpMkLst>
            <pc:docMk/>
            <pc:sldMk cId="1250032048" sldId="395"/>
            <ac:cxnSpMk id="25" creationId="{9586815E-6E38-C90D-6182-6864372209C5}"/>
          </ac:cxnSpMkLst>
        </pc:cxnChg>
        <pc:cxnChg chg="mod">
          <ac:chgData name="panwanke" userId="2eea59ba-b83b-4a63-b222-cef7f900ec6d" providerId="ADAL" clId="{0B4CFE38-6E00-4E4A-971A-76EBF78284E2}" dt="2022-08-29T10:23:46.928" v="1624" actId="1076"/>
          <ac:cxnSpMkLst>
            <pc:docMk/>
            <pc:sldMk cId="1250032048" sldId="395"/>
            <ac:cxnSpMk id="33" creationId="{F83F2F85-5FFC-E701-A237-0D07DA465346}"/>
          </ac:cxnSpMkLst>
        </pc:cxnChg>
        <pc:cxnChg chg="mod">
          <ac:chgData name="panwanke" userId="2eea59ba-b83b-4a63-b222-cef7f900ec6d" providerId="ADAL" clId="{0B4CFE38-6E00-4E4A-971A-76EBF78284E2}" dt="2022-08-29T10:23:43.772" v="1623" actId="14100"/>
          <ac:cxnSpMkLst>
            <pc:docMk/>
            <pc:sldMk cId="1250032048" sldId="395"/>
            <ac:cxnSpMk id="34" creationId="{C087ABB7-8208-FF37-5F9C-6148A00F6352}"/>
          </ac:cxnSpMkLst>
        </pc:cxnChg>
      </pc:sldChg>
      <pc:sldChg chg="addSp delSp modSp add mod modNotesTx">
        <pc:chgData name="panwanke" userId="2eea59ba-b83b-4a63-b222-cef7f900ec6d" providerId="ADAL" clId="{0B4CFE38-6E00-4E4A-971A-76EBF78284E2}" dt="2022-08-30T07:17:03.371" v="1960" actId="20577"/>
        <pc:sldMkLst>
          <pc:docMk/>
          <pc:sldMk cId="2917082642" sldId="396"/>
        </pc:sldMkLst>
        <pc:spChg chg="add del">
          <ac:chgData name="panwanke" userId="2eea59ba-b83b-4a63-b222-cef7f900ec6d" providerId="ADAL" clId="{0B4CFE38-6E00-4E4A-971A-76EBF78284E2}" dt="2022-08-29T10:14:27.811" v="1537" actId="11529"/>
          <ac:spMkLst>
            <pc:docMk/>
            <pc:sldMk cId="2917082642" sldId="396"/>
            <ac:spMk id="3" creationId="{BD7D66EA-F018-AD81-9B92-1102E49F91B5}"/>
          </ac:spMkLst>
        </pc:spChg>
        <pc:spChg chg="add mod">
          <ac:chgData name="panwanke" userId="2eea59ba-b83b-4a63-b222-cef7f900ec6d" providerId="ADAL" clId="{0B4CFE38-6E00-4E4A-971A-76EBF78284E2}" dt="2022-08-29T10:15:30.425" v="1566" actId="1076"/>
          <ac:spMkLst>
            <pc:docMk/>
            <pc:sldMk cId="2917082642" sldId="396"/>
            <ac:spMk id="4" creationId="{9FF3A752-6B78-688E-3905-A426D3D8483F}"/>
          </ac:spMkLst>
        </pc:spChg>
        <pc:spChg chg="mod">
          <ac:chgData name="panwanke" userId="2eea59ba-b83b-4a63-b222-cef7f900ec6d" providerId="ADAL" clId="{0B4CFE38-6E00-4E4A-971A-76EBF78284E2}" dt="2022-08-29T10:21:31.296" v="1591" actId="1076"/>
          <ac:spMkLst>
            <pc:docMk/>
            <pc:sldMk cId="2917082642" sldId="396"/>
            <ac:spMk id="17" creationId="{F18D6AE3-6F30-7BA0-B967-208A8AFCFC4C}"/>
          </ac:spMkLst>
        </pc:spChg>
        <pc:spChg chg="mod">
          <ac:chgData name="panwanke" userId="2eea59ba-b83b-4a63-b222-cef7f900ec6d" providerId="ADAL" clId="{0B4CFE38-6E00-4E4A-971A-76EBF78284E2}" dt="2022-08-29T10:13:43.401" v="1535" actId="1076"/>
          <ac:spMkLst>
            <pc:docMk/>
            <pc:sldMk cId="2917082642" sldId="396"/>
            <ac:spMk id="19" creationId="{19C57D30-5C1C-57E4-B0EF-D68C7EF02172}"/>
          </ac:spMkLst>
        </pc:spChg>
        <pc:spChg chg="mod">
          <ac:chgData name="panwanke" userId="2eea59ba-b83b-4a63-b222-cef7f900ec6d" providerId="ADAL" clId="{0B4CFE38-6E00-4E4A-971A-76EBF78284E2}" dt="2022-08-29T10:13:43.401" v="1535" actId="1076"/>
          <ac:spMkLst>
            <pc:docMk/>
            <pc:sldMk cId="2917082642" sldId="396"/>
            <ac:spMk id="21" creationId="{C1DEEF5D-3512-9DAB-C035-683277E4C8F7}"/>
          </ac:spMkLst>
        </pc:spChg>
        <pc:grpChg chg="add">
          <ac:chgData name="panwanke" userId="2eea59ba-b83b-4a63-b222-cef7f900ec6d" providerId="ADAL" clId="{0B4CFE38-6E00-4E4A-971A-76EBF78284E2}" dt="2022-08-29T10:21:48.847" v="1593" actId="164"/>
          <ac:grpSpMkLst>
            <pc:docMk/>
            <pc:sldMk cId="2917082642" sldId="396"/>
            <ac:grpSpMk id="18" creationId="{02C5FB81-5664-6348-31CF-A958C0E3B71B}"/>
          </ac:grpSpMkLst>
        </pc:grpChg>
        <pc:picChg chg="mod">
          <ac:chgData name="panwanke" userId="2eea59ba-b83b-4a63-b222-cef7f900ec6d" providerId="ADAL" clId="{0B4CFE38-6E00-4E4A-971A-76EBF78284E2}" dt="2022-08-29T10:13:43.401" v="1535" actId="1076"/>
          <ac:picMkLst>
            <pc:docMk/>
            <pc:sldMk cId="2917082642" sldId="396"/>
            <ac:picMk id="8" creationId="{72C188EE-D4BF-451A-B9E7-0887FA1B07FE}"/>
          </ac:picMkLst>
        </pc:picChg>
        <pc:picChg chg="mod">
          <ac:chgData name="panwanke" userId="2eea59ba-b83b-4a63-b222-cef7f900ec6d" providerId="ADAL" clId="{0B4CFE38-6E00-4E4A-971A-76EBF78284E2}" dt="2022-08-29T10:13:43.401" v="1535" actId="1076"/>
          <ac:picMkLst>
            <pc:docMk/>
            <pc:sldMk cId="2917082642" sldId="396"/>
            <ac:picMk id="29" creationId="{E14B616C-1664-250E-F4AE-52A0EC0A2205}"/>
          </ac:picMkLst>
        </pc:picChg>
        <pc:cxnChg chg="mod">
          <ac:chgData name="panwanke" userId="2eea59ba-b83b-4a63-b222-cef7f900ec6d" providerId="ADAL" clId="{0B4CFE38-6E00-4E4A-971A-76EBF78284E2}" dt="2022-08-29T10:13:33.259" v="1532" actId="1076"/>
          <ac:cxnSpMkLst>
            <pc:docMk/>
            <pc:sldMk cId="2917082642" sldId="396"/>
            <ac:cxnSpMk id="5" creationId="{6FD81F64-A4BD-4241-A358-AC71F804FACC}"/>
          </ac:cxnSpMkLst>
        </pc:cxnChg>
        <pc:cxnChg chg="mod">
          <ac:chgData name="panwanke" userId="2eea59ba-b83b-4a63-b222-cef7f900ec6d" providerId="ADAL" clId="{0B4CFE38-6E00-4E4A-971A-76EBF78284E2}" dt="2022-08-29T10:21:31.296" v="1591" actId="1076"/>
          <ac:cxnSpMkLst>
            <pc:docMk/>
            <pc:sldMk cId="2917082642" sldId="396"/>
            <ac:cxnSpMk id="23" creationId="{C8A29D97-33D5-4C0D-E516-2F1A632B3507}"/>
          </ac:cxnSpMkLst>
        </pc:cxnChg>
        <pc:cxnChg chg="mod">
          <ac:chgData name="panwanke" userId="2eea59ba-b83b-4a63-b222-cef7f900ec6d" providerId="ADAL" clId="{0B4CFE38-6E00-4E4A-971A-76EBF78284E2}" dt="2022-08-29T10:21:34.488" v="1592" actId="14100"/>
          <ac:cxnSpMkLst>
            <pc:docMk/>
            <pc:sldMk cId="2917082642" sldId="396"/>
            <ac:cxnSpMk id="25" creationId="{9586815E-6E38-C90D-6182-6864372209C5}"/>
          </ac:cxnSpMkLst>
        </pc:cxnChg>
      </pc:sldChg>
      <pc:sldChg chg="addSp delSp modSp add mod">
        <pc:chgData name="panwanke" userId="2eea59ba-b83b-4a63-b222-cef7f900ec6d" providerId="ADAL" clId="{0B4CFE38-6E00-4E4A-971A-76EBF78284E2}" dt="2022-09-05T02:02:26.685" v="3696" actId="1076"/>
        <pc:sldMkLst>
          <pc:docMk/>
          <pc:sldMk cId="3841725173" sldId="397"/>
        </pc:sldMkLst>
        <pc:spChg chg="add del">
          <ac:chgData name="panwanke" userId="2eea59ba-b83b-4a63-b222-cef7f900ec6d" providerId="ADAL" clId="{0B4CFE38-6E00-4E4A-971A-76EBF78284E2}" dt="2022-08-29T10:46:18.036" v="1834" actId="22"/>
          <ac:spMkLst>
            <pc:docMk/>
            <pc:sldMk cId="3841725173" sldId="397"/>
            <ac:spMk id="4" creationId="{06B42E32-0EB2-67F7-4B29-3ED7345D81A5}"/>
          </ac:spMkLst>
        </pc:spChg>
        <pc:spChg chg="mod">
          <ac:chgData name="panwanke" userId="2eea59ba-b83b-4a63-b222-cef7f900ec6d" providerId="ADAL" clId="{0B4CFE38-6E00-4E4A-971A-76EBF78284E2}" dt="2022-08-29T10:46:06.084" v="1832" actId="20577"/>
          <ac:spMkLst>
            <pc:docMk/>
            <pc:sldMk cId="3841725173" sldId="397"/>
            <ac:spMk id="11" creationId="{30F87091-133D-DADE-F14C-D708A91420A6}"/>
          </ac:spMkLst>
        </pc:spChg>
        <pc:spChg chg="mod">
          <ac:chgData name="panwanke" userId="2eea59ba-b83b-4a63-b222-cef7f900ec6d" providerId="ADAL" clId="{0B4CFE38-6E00-4E4A-971A-76EBF78284E2}" dt="2022-08-30T08:55:05.091" v="2282" actId="1076"/>
          <ac:spMkLst>
            <pc:docMk/>
            <pc:sldMk cId="3841725173" sldId="397"/>
            <ac:spMk id="17" creationId="{F18D6AE3-6F30-7BA0-B967-208A8AFCFC4C}"/>
          </ac:spMkLst>
        </pc:spChg>
        <pc:spChg chg="add del">
          <ac:chgData name="panwanke" userId="2eea59ba-b83b-4a63-b222-cef7f900ec6d" providerId="ADAL" clId="{0B4CFE38-6E00-4E4A-971A-76EBF78284E2}" dt="2022-08-30T08:54:31.739" v="2277"/>
          <ac:spMkLst>
            <pc:docMk/>
            <pc:sldMk cId="3841725173" sldId="397"/>
            <ac:spMk id="21" creationId="{CA075609-5E29-108F-DCE1-8327A4D15849}"/>
          </ac:spMkLst>
        </pc:spChg>
        <pc:graphicFrameChg chg="add mod modGraphic">
          <ac:chgData name="panwanke" userId="2eea59ba-b83b-4a63-b222-cef7f900ec6d" providerId="ADAL" clId="{0B4CFE38-6E00-4E4A-971A-76EBF78284E2}" dt="2022-09-05T02:02:26.685" v="3696" actId="1076"/>
          <ac:graphicFrameMkLst>
            <pc:docMk/>
            <pc:sldMk cId="3841725173" sldId="397"/>
            <ac:graphicFrameMk id="4" creationId="{9FB7C6A2-0F75-B2E1-01E0-E6894C6456DD}"/>
          </ac:graphicFrameMkLst>
        </pc:graphicFrameChg>
        <pc:picChg chg="del">
          <ac:chgData name="panwanke" userId="2eea59ba-b83b-4a63-b222-cef7f900ec6d" providerId="ADAL" clId="{0B4CFE38-6E00-4E4A-971A-76EBF78284E2}" dt="2022-08-29T10:45:47.913" v="1823" actId="478"/>
          <ac:picMkLst>
            <pc:docMk/>
            <pc:sldMk cId="3841725173" sldId="397"/>
            <ac:picMk id="6" creationId="{D49E9747-4B24-BF0F-68F6-92DDCC4C6B63}"/>
          </ac:picMkLst>
        </pc:picChg>
        <pc:picChg chg="add mod">
          <ac:chgData name="panwanke" userId="2eea59ba-b83b-4a63-b222-cef7f900ec6d" providerId="ADAL" clId="{0B4CFE38-6E00-4E4A-971A-76EBF78284E2}" dt="2022-08-30T08:55:06.645" v="2283" actId="1076"/>
          <ac:picMkLst>
            <pc:docMk/>
            <pc:sldMk cId="3841725173" sldId="397"/>
            <ac:picMk id="8" creationId="{791305BE-6E8B-B123-F05C-CF467830E9D0}"/>
          </ac:picMkLst>
        </pc:picChg>
        <pc:picChg chg="add del mod">
          <ac:chgData name="panwanke" userId="2eea59ba-b83b-4a63-b222-cef7f900ec6d" providerId="ADAL" clId="{0B4CFE38-6E00-4E4A-971A-76EBF78284E2}" dt="2022-08-29T13:46:52.465" v="1849" actId="478"/>
          <ac:picMkLst>
            <pc:docMk/>
            <pc:sldMk cId="3841725173" sldId="397"/>
            <ac:picMk id="10" creationId="{AE921F77-F955-AA3E-EB2B-AE9BE4096185}"/>
          </ac:picMkLst>
        </pc:picChg>
        <pc:picChg chg="del mod">
          <ac:chgData name="panwanke" userId="2eea59ba-b83b-4a63-b222-cef7f900ec6d" providerId="ADAL" clId="{0B4CFE38-6E00-4E4A-971A-76EBF78284E2}" dt="2022-08-29T10:45:47.246" v="1822" actId="478"/>
          <ac:picMkLst>
            <pc:docMk/>
            <pc:sldMk cId="3841725173" sldId="397"/>
            <ac:picMk id="15" creationId="{7FB7A137-11D5-1AA2-0641-42E456A92ED7}"/>
          </ac:picMkLst>
        </pc:picChg>
        <pc:picChg chg="add del mod">
          <ac:chgData name="panwanke" userId="2eea59ba-b83b-4a63-b222-cef7f900ec6d" providerId="ADAL" clId="{0B4CFE38-6E00-4E4A-971A-76EBF78284E2}" dt="2022-08-29T13:46:54.088" v="1850" actId="478"/>
          <ac:picMkLst>
            <pc:docMk/>
            <pc:sldMk cId="3841725173" sldId="397"/>
            <ac:picMk id="18" creationId="{A3676868-63CB-7807-CD33-AB2F9A3834F8}"/>
          </ac:picMkLst>
        </pc:picChg>
        <pc:picChg chg="add del mod">
          <ac:chgData name="panwanke" userId="2eea59ba-b83b-4a63-b222-cef7f900ec6d" providerId="ADAL" clId="{0B4CFE38-6E00-4E4A-971A-76EBF78284E2}" dt="2022-08-29T13:46:52.056" v="1848" actId="478"/>
          <ac:picMkLst>
            <pc:docMk/>
            <pc:sldMk cId="3841725173" sldId="397"/>
            <ac:picMk id="20" creationId="{4B41B2DA-4F87-2E81-31D7-C1F0361CC202}"/>
          </ac:picMkLst>
        </pc:picChg>
      </pc:sldChg>
      <pc:sldChg chg="modSp add del mod">
        <pc:chgData name="panwanke" userId="2eea59ba-b83b-4a63-b222-cef7f900ec6d" providerId="ADAL" clId="{0B4CFE38-6E00-4E4A-971A-76EBF78284E2}" dt="2022-08-29T15:22:18.271" v="1902" actId="47"/>
        <pc:sldMkLst>
          <pc:docMk/>
          <pc:sldMk cId="3300745959" sldId="398"/>
        </pc:sldMkLst>
        <pc:picChg chg="mod">
          <ac:chgData name="panwanke" userId="2eea59ba-b83b-4a63-b222-cef7f900ec6d" providerId="ADAL" clId="{0B4CFE38-6E00-4E4A-971A-76EBF78284E2}" dt="2022-08-29T15:21:17.669" v="1893" actId="1076"/>
          <ac:picMkLst>
            <pc:docMk/>
            <pc:sldMk cId="3300745959" sldId="398"/>
            <ac:picMk id="10" creationId="{AE921F77-F955-AA3E-EB2B-AE9BE4096185}"/>
          </ac:picMkLst>
        </pc:picChg>
        <pc:picChg chg="mod">
          <ac:chgData name="panwanke" userId="2eea59ba-b83b-4a63-b222-cef7f900ec6d" providerId="ADAL" clId="{0B4CFE38-6E00-4E4A-971A-76EBF78284E2}" dt="2022-08-29T15:21:18.914" v="1894" actId="1076"/>
          <ac:picMkLst>
            <pc:docMk/>
            <pc:sldMk cId="3300745959" sldId="398"/>
            <ac:picMk id="20" creationId="{4B41B2DA-4F87-2E81-31D7-C1F0361CC202}"/>
          </ac:picMkLst>
        </pc:picChg>
      </pc:sldChg>
      <pc:sldChg chg="addSp delSp modSp add mod modNotesTx">
        <pc:chgData name="panwanke" userId="2eea59ba-b83b-4a63-b222-cef7f900ec6d" providerId="ADAL" clId="{0B4CFE38-6E00-4E4A-971A-76EBF78284E2}" dt="2022-08-30T09:05:08.766" v="2399" actId="14100"/>
        <pc:sldMkLst>
          <pc:docMk/>
          <pc:sldMk cId="169866114" sldId="399"/>
        </pc:sldMkLst>
        <pc:spChg chg="mod">
          <ac:chgData name="panwanke" userId="2eea59ba-b83b-4a63-b222-cef7f900ec6d" providerId="ADAL" clId="{0B4CFE38-6E00-4E4A-971A-76EBF78284E2}" dt="2022-08-30T09:05:08.766" v="2399" actId="14100"/>
          <ac:spMkLst>
            <pc:docMk/>
            <pc:sldMk cId="169866114" sldId="399"/>
            <ac:spMk id="11" creationId="{30F87091-133D-DADE-F14C-D708A91420A6}"/>
          </ac:spMkLst>
        </pc:spChg>
        <pc:spChg chg="mod">
          <ac:chgData name="panwanke" userId="2eea59ba-b83b-4a63-b222-cef7f900ec6d" providerId="ADAL" clId="{0B4CFE38-6E00-4E4A-971A-76EBF78284E2}" dt="2022-08-30T09:04:55.139" v="2382" actId="1076"/>
          <ac:spMkLst>
            <pc:docMk/>
            <pc:sldMk cId="169866114" sldId="399"/>
            <ac:spMk id="17" creationId="{F18D6AE3-6F30-7BA0-B967-208A8AFCFC4C}"/>
          </ac:spMkLst>
        </pc:spChg>
        <pc:picChg chg="add del mod">
          <ac:chgData name="panwanke" userId="2eea59ba-b83b-4a63-b222-cef7f900ec6d" providerId="ADAL" clId="{0B4CFE38-6E00-4E4A-971A-76EBF78284E2}" dt="2022-08-30T09:03:35.159" v="2364" actId="478"/>
          <ac:picMkLst>
            <pc:docMk/>
            <pc:sldMk cId="169866114" sldId="399"/>
            <ac:picMk id="4" creationId="{C122FA5E-D232-E04D-9533-0E5ADE42EDEE}"/>
          </ac:picMkLst>
        </pc:picChg>
        <pc:picChg chg="add del mod">
          <ac:chgData name="panwanke" userId="2eea59ba-b83b-4a63-b222-cef7f900ec6d" providerId="ADAL" clId="{0B4CFE38-6E00-4E4A-971A-76EBF78284E2}" dt="2022-08-30T09:03:35.494" v="2365" actId="478"/>
          <ac:picMkLst>
            <pc:docMk/>
            <pc:sldMk cId="169866114" sldId="399"/>
            <ac:picMk id="7" creationId="{2D487D0E-191F-1BA4-7A54-177764DAC9A6}"/>
          </ac:picMkLst>
        </pc:picChg>
        <pc:picChg chg="del">
          <ac:chgData name="panwanke" userId="2eea59ba-b83b-4a63-b222-cef7f900ec6d" providerId="ADAL" clId="{0B4CFE38-6E00-4E4A-971A-76EBF78284E2}" dt="2022-08-29T15:21:22.035" v="1895" actId="478"/>
          <ac:picMkLst>
            <pc:docMk/>
            <pc:sldMk cId="169866114" sldId="399"/>
            <ac:picMk id="8" creationId="{791305BE-6E8B-B123-F05C-CF467830E9D0}"/>
          </ac:picMkLst>
        </pc:picChg>
        <pc:picChg chg="add mod">
          <ac:chgData name="panwanke" userId="2eea59ba-b83b-4a63-b222-cef7f900ec6d" providerId="ADAL" clId="{0B4CFE38-6E00-4E4A-971A-76EBF78284E2}" dt="2022-08-30T09:04:58.439" v="2383" actId="1076"/>
          <ac:picMkLst>
            <pc:docMk/>
            <pc:sldMk cId="169866114" sldId="399"/>
            <ac:picMk id="10" creationId="{71275720-1FEE-9973-C6B7-6C91045EF68F}"/>
          </ac:picMkLst>
        </pc:picChg>
        <pc:picChg chg="add mod">
          <ac:chgData name="panwanke" userId="2eea59ba-b83b-4a63-b222-cef7f900ec6d" providerId="ADAL" clId="{0B4CFE38-6E00-4E4A-971A-76EBF78284E2}" dt="2022-08-30T09:04:32.089" v="2369"/>
          <ac:picMkLst>
            <pc:docMk/>
            <pc:sldMk cId="169866114" sldId="399"/>
            <ac:picMk id="13" creationId="{62CDA76C-86CD-A8DD-5A6B-7C653A46E9E9}"/>
          </ac:picMkLst>
        </pc:picChg>
      </pc:sldChg>
      <pc:sldChg chg="addSp delSp modSp add del mod">
        <pc:chgData name="panwanke" userId="2eea59ba-b83b-4a63-b222-cef7f900ec6d" providerId="ADAL" clId="{0B4CFE38-6E00-4E4A-971A-76EBF78284E2}" dt="2022-08-30T09:17:00.417" v="2479" actId="47"/>
        <pc:sldMkLst>
          <pc:docMk/>
          <pc:sldMk cId="3912100954" sldId="400"/>
        </pc:sldMkLst>
        <pc:picChg chg="del">
          <ac:chgData name="panwanke" userId="2eea59ba-b83b-4a63-b222-cef7f900ec6d" providerId="ADAL" clId="{0B4CFE38-6E00-4E4A-971A-76EBF78284E2}" dt="2022-08-29T15:22:19.780" v="1903" actId="478"/>
          <ac:picMkLst>
            <pc:docMk/>
            <pc:sldMk cId="3912100954" sldId="400"/>
            <ac:picMk id="4" creationId="{C122FA5E-D232-E04D-9533-0E5ADE42EDEE}"/>
          </ac:picMkLst>
        </pc:picChg>
        <pc:picChg chg="add mod">
          <ac:chgData name="panwanke" userId="2eea59ba-b83b-4a63-b222-cef7f900ec6d" providerId="ADAL" clId="{0B4CFE38-6E00-4E4A-971A-76EBF78284E2}" dt="2022-08-29T15:22:36.757" v="1909" actId="1076"/>
          <ac:picMkLst>
            <pc:docMk/>
            <pc:sldMk cId="3912100954" sldId="400"/>
            <ac:picMk id="6" creationId="{CAFF52C3-B687-AA98-C50A-7FB00A3F2BC4}"/>
          </ac:picMkLst>
        </pc:picChg>
        <pc:picChg chg="del">
          <ac:chgData name="panwanke" userId="2eea59ba-b83b-4a63-b222-cef7f900ec6d" providerId="ADAL" clId="{0B4CFE38-6E00-4E4A-971A-76EBF78284E2}" dt="2022-08-29T15:22:20.196" v="1904" actId="478"/>
          <ac:picMkLst>
            <pc:docMk/>
            <pc:sldMk cId="3912100954" sldId="400"/>
            <ac:picMk id="7" creationId="{2D487D0E-191F-1BA4-7A54-177764DAC9A6}"/>
          </ac:picMkLst>
        </pc:picChg>
        <pc:picChg chg="add mod">
          <ac:chgData name="panwanke" userId="2eea59ba-b83b-4a63-b222-cef7f900ec6d" providerId="ADAL" clId="{0B4CFE38-6E00-4E4A-971A-76EBF78284E2}" dt="2022-08-29T15:22:37.579" v="1910" actId="1076"/>
          <ac:picMkLst>
            <pc:docMk/>
            <pc:sldMk cId="3912100954" sldId="400"/>
            <ac:picMk id="9" creationId="{62CDA76C-86CD-A8DD-5A6B-7C653A46E9E9}"/>
          </ac:picMkLst>
        </pc:picChg>
      </pc:sldChg>
      <pc:sldChg chg="addSp delSp modSp add mod ord">
        <pc:chgData name="panwanke" userId="2eea59ba-b83b-4a63-b222-cef7f900ec6d" providerId="ADAL" clId="{0B4CFE38-6E00-4E4A-971A-76EBF78284E2}" dt="2022-08-30T10:11:01.705" v="2506" actId="1076"/>
        <pc:sldMkLst>
          <pc:docMk/>
          <pc:sldMk cId="1182173429" sldId="401"/>
        </pc:sldMkLst>
        <pc:spChg chg="mod">
          <ac:chgData name="panwanke" userId="2eea59ba-b83b-4a63-b222-cef7f900ec6d" providerId="ADAL" clId="{0B4CFE38-6E00-4E4A-971A-76EBF78284E2}" dt="2022-08-30T10:10:21.767" v="2499" actId="20577"/>
          <ac:spMkLst>
            <pc:docMk/>
            <pc:sldMk cId="1182173429" sldId="401"/>
            <ac:spMk id="11" creationId="{30F87091-133D-DADE-F14C-D708A91420A6}"/>
          </ac:spMkLst>
        </pc:spChg>
        <pc:spChg chg="del">
          <ac:chgData name="panwanke" userId="2eea59ba-b83b-4a63-b222-cef7f900ec6d" providerId="ADAL" clId="{0B4CFE38-6E00-4E4A-971A-76EBF78284E2}" dt="2022-08-30T10:10:24.723" v="2500" actId="478"/>
          <ac:spMkLst>
            <pc:docMk/>
            <pc:sldMk cId="1182173429" sldId="401"/>
            <ac:spMk id="17" creationId="{F18D6AE3-6F30-7BA0-B967-208A8AFCFC4C}"/>
          </ac:spMkLst>
        </pc:spChg>
        <pc:picChg chg="del">
          <ac:chgData name="panwanke" userId="2eea59ba-b83b-4a63-b222-cef7f900ec6d" providerId="ADAL" clId="{0B4CFE38-6E00-4E4A-971A-76EBF78284E2}" dt="2022-08-29T15:22:57.140" v="1914" actId="478"/>
          <ac:picMkLst>
            <pc:docMk/>
            <pc:sldMk cId="1182173429" sldId="401"/>
            <ac:picMk id="6" creationId="{CAFF52C3-B687-AA98-C50A-7FB00A3F2BC4}"/>
          </ac:picMkLst>
        </pc:picChg>
        <pc:picChg chg="del">
          <ac:chgData name="panwanke" userId="2eea59ba-b83b-4a63-b222-cef7f900ec6d" providerId="ADAL" clId="{0B4CFE38-6E00-4E4A-971A-76EBF78284E2}" dt="2022-08-29T15:22:56.821" v="1913" actId="478"/>
          <ac:picMkLst>
            <pc:docMk/>
            <pc:sldMk cId="1182173429" sldId="401"/>
            <ac:picMk id="9" creationId="{62CDA76C-86CD-A8DD-5A6B-7C653A46E9E9}"/>
          </ac:picMkLst>
        </pc:picChg>
        <pc:picChg chg="add mod">
          <ac:chgData name="panwanke" userId="2eea59ba-b83b-4a63-b222-cef7f900ec6d" providerId="ADAL" clId="{0B4CFE38-6E00-4E4A-971A-76EBF78284E2}" dt="2022-08-30T10:11:00.699" v="2505" actId="1076"/>
          <ac:picMkLst>
            <pc:docMk/>
            <pc:sldMk cId="1182173429" sldId="401"/>
            <ac:picMk id="17410" creationId="{3665A282-C418-8ADA-875F-4E78058A8668}"/>
          </ac:picMkLst>
        </pc:picChg>
        <pc:picChg chg="add mod">
          <ac:chgData name="panwanke" userId="2eea59ba-b83b-4a63-b222-cef7f900ec6d" providerId="ADAL" clId="{0B4CFE38-6E00-4E4A-971A-76EBF78284E2}" dt="2022-08-30T10:11:01.705" v="2506" actId="1076"/>
          <ac:picMkLst>
            <pc:docMk/>
            <pc:sldMk cId="1182173429" sldId="401"/>
            <ac:picMk id="17411" creationId="{B17CDB88-F56D-1B96-8179-C3409E71495B}"/>
          </ac:picMkLst>
        </pc:picChg>
      </pc:sldChg>
      <pc:sldChg chg="addSp delSp modSp add del mod ord modNotesTx">
        <pc:chgData name="panwanke" userId="2eea59ba-b83b-4a63-b222-cef7f900ec6d" providerId="ADAL" clId="{0B4CFE38-6E00-4E4A-971A-76EBF78284E2}" dt="2022-09-05T02:08:24.656" v="3728" actId="47"/>
        <pc:sldMkLst>
          <pc:docMk/>
          <pc:sldMk cId="3886545766" sldId="402"/>
        </pc:sldMkLst>
        <pc:spChg chg="add del">
          <ac:chgData name="panwanke" userId="2eea59ba-b83b-4a63-b222-cef7f900ec6d" providerId="ADAL" clId="{0B4CFE38-6E00-4E4A-971A-76EBF78284E2}" dt="2022-08-30T10:16:06.551" v="2554"/>
          <ac:spMkLst>
            <pc:docMk/>
            <pc:sldMk cId="3886545766" sldId="402"/>
            <ac:spMk id="7" creationId="{D0F3019B-9A54-DC9F-907E-84091EBC801D}"/>
          </ac:spMkLst>
        </pc:spChg>
        <pc:spChg chg="mod">
          <ac:chgData name="panwanke" userId="2eea59ba-b83b-4a63-b222-cef7f900ec6d" providerId="ADAL" clId="{0B4CFE38-6E00-4E4A-971A-76EBF78284E2}" dt="2022-08-30T10:14:41.490" v="2543" actId="20577"/>
          <ac:spMkLst>
            <pc:docMk/>
            <pc:sldMk cId="3886545766" sldId="402"/>
            <ac:spMk id="11" creationId="{30F87091-133D-DADE-F14C-D708A91420A6}"/>
          </ac:spMkLst>
        </pc:spChg>
        <pc:spChg chg="del mod">
          <ac:chgData name="panwanke" userId="2eea59ba-b83b-4a63-b222-cef7f900ec6d" providerId="ADAL" clId="{0B4CFE38-6E00-4E4A-971A-76EBF78284E2}" dt="2022-09-05T02:08:06.402" v="3713" actId="478"/>
          <ac:spMkLst>
            <pc:docMk/>
            <pc:sldMk cId="3886545766" sldId="402"/>
            <ac:spMk id="17" creationId="{F18D6AE3-6F30-7BA0-B967-208A8AFCFC4C}"/>
          </ac:spMkLst>
        </pc:spChg>
        <pc:picChg chg="add del mod">
          <ac:chgData name="panwanke" userId="2eea59ba-b83b-4a63-b222-cef7f900ec6d" providerId="ADAL" clId="{0B4CFE38-6E00-4E4A-971A-76EBF78284E2}" dt="2022-09-05T02:08:06.821" v="3714" actId="478"/>
          <ac:picMkLst>
            <pc:docMk/>
            <pc:sldMk cId="3886545766" sldId="402"/>
            <ac:picMk id="4" creationId="{27D50892-DD30-6FC0-39F6-1EB6F2EAFDAF}"/>
          </ac:picMkLst>
        </pc:picChg>
        <pc:picChg chg="del">
          <ac:chgData name="panwanke" userId="2eea59ba-b83b-4a63-b222-cef7f900ec6d" providerId="ADAL" clId="{0B4CFE38-6E00-4E4A-971A-76EBF78284E2}" dt="2022-08-29T15:22:58.915" v="1916" actId="478"/>
          <ac:picMkLst>
            <pc:docMk/>
            <pc:sldMk cId="3886545766" sldId="402"/>
            <ac:picMk id="6" creationId="{CAFF52C3-B687-AA98-C50A-7FB00A3F2BC4}"/>
          </ac:picMkLst>
        </pc:picChg>
        <pc:picChg chg="del">
          <ac:chgData name="panwanke" userId="2eea59ba-b83b-4a63-b222-cef7f900ec6d" providerId="ADAL" clId="{0B4CFE38-6E00-4E4A-971A-76EBF78284E2}" dt="2022-08-29T15:22:58.575" v="1915" actId="478"/>
          <ac:picMkLst>
            <pc:docMk/>
            <pc:sldMk cId="3886545766" sldId="402"/>
            <ac:picMk id="9" creationId="{62CDA76C-86CD-A8DD-5A6B-7C653A46E9E9}"/>
          </ac:picMkLst>
        </pc:picChg>
      </pc:sldChg>
      <pc:sldChg chg="add del">
        <pc:chgData name="panwanke" userId="2eea59ba-b83b-4a63-b222-cef7f900ec6d" providerId="ADAL" clId="{0B4CFE38-6E00-4E4A-971A-76EBF78284E2}" dt="2022-08-30T09:03:07.118" v="2327"/>
        <pc:sldMkLst>
          <pc:docMk/>
          <pc:sldMk cId="1790186532" sldId="403"/>
        </pc:sldMkLst>
      </pc:sldChg>
      <pc:sldChg chg="addSp delSp modSp add mod modNotesTx">
        <pc:chgData name="panwanke" userId="2eea59ba-b83b-4a63-b222-cef7f900ec6d" providerId="ADAL" clId="{0B4CFE38-6E00-4E4A-971A-76EBF78284E2}" dt="2022-09-05T02:07:27.365" v="3711" actId="1076"/>
        <pc:sldMkLst>
          <pc:docMk/>
          <pc:sldMk cId="1946547361" sldId="403"/>
        </pc:sldMkLst>
        <pc:spChg chg="add del">
          <ac:chgData name="panwanke" userId="2eea59ba-b83b-4a63-b222-cef7f900ec6d" providerId="ADAL" clId="{0B4CFE38-6E00-4E4A-971A-76EBF78284E2}" dt="2022-09-05T02:05:33.887" v="3699"/>
          <ac:spMkLst>
            <pc:docMk/>
            <pc:sldMk cId="1946547361" sldId="403"/>
            <ac:spMk id="3" creationId="{B6B6A569-76AE-3CBC-5B79-60A29F188DDB}"/>
          </ac:spMkLst>
        </pc:spChg>
        <pc:spChg chg="add del">
          <ac:chgData name="panwanke" userId="2eea59ba-b83b-4a63-b222-cef7f900ec6d" providerId="ADAL" clId="{0B4CFE38-6E00-4E4A-971A-76EBF78284E2}" dt="2022-08-30T09:08:56.394" v="2423"/>
          <ac:spMkLst>
            <pc:docMk/>
            <pc:sldMk cId="1946547361" sldId="403"/>
            <ac:spMk id="8" creationId="{B5031965-6430-274C-A303-A23775425E26}"/>
          </ac:spMkLst>
        </pc:spChg>
        <pc:spChg chg="mod">
          <ac:chgData name="panwanke" userId="2eea59ba-b83b-4a63-b222-cef7f900ec6d" providerId="ADAL" clId="{0B4CFE38-6E00-4E4A-971A-76EBF78284E2}" dt="2022-08-30T09:03:32.430" v="2363" actId="14100"/>
          <ac:spMkLst>
            <pc:docMk/>
            <pc:sldMk cId="1946547361" sldId="403"/>
            <ac:spMk id="11" creationId="{30F87091-133D-DADE-F14C-D708A91420A6}"/>
          </ac:spMkLst>
        </pc:spChg>
        <pc:spChg chg="mod">
          <ac:chgData name="panwanke" userId="2eea59ba-b83b-4a63-b222-cef7f900ec6d" providerId="ADAL" clId="{0B4CFE38-6E00-4E4A-971A-76EBF78284E2}" dt="2022-09-05T02:07:27.365" v="3711" actId="1076"/>
          <ac:spMkLst>
            <pc:docMk/>
            <pc:sldMk cId="1946547361" sldId="403"/>
            <ac:spMk id="17" creationId="{F18D6AE3-6F30-7BA0-B967-208A8AFCFC4C}"/>
          </ac:spMkLst>
        </pc:spChg>
        <pc:picChg chg="mod">
          <ac:chgData name="panwanke" userId="2eea59ba-b83b-4a63-b222-cef7f900ec6d" providerId="ADAL" clId="{0B4CFE38-6E00-4E4A-971A-76EBF78284E2}" dt="2022-08-30T09:07:41.322" v="2413" actId="14100"/>
          <ac:picMkLst>
            <pc:docMk/>
            <pc:sldMk cId="1946547361" sldId="403"/>
            <ac:picMk id="4" creationId="{C122FA5E-D232-E04D-9533-0E5ADE42EDEE}"/>
          </ac:picMkLst>
        </pc:picChg>
        <pc:picChg chg="add mod">
          <ac:chgData name="panwanke" userId="2eea59ba-b83b-4a63-b222-cef7f900ec6d" providerId="ADAL" clId="{0B4CFE38-6E00-4E4A-971A-76EBF78284E2}" dt="2022-08-30T09:07:31.391" v="2411" actId="1076"/>
          <ac:picMkLst>
            <pc:docMk/>
            <pc:sldMk cId="1946547361" sldId="403"/>
            <ac:picMk id="6" creationId="{03819831-362C-97D0-CAA1-DEC2D850E598}"/>
          </ac:picMkLst>
        </pc:picChg>
        <pc:picChg chg="mod">
          <ac:chgData name="panwanke" userId="2eea59ba-b83b-4a63-b222-cef7f900ec6d" providerId="ADAL" clId="{0B4CFE38-6E00-4E4A-971A-76EBF78284E2}" dt="2022-08-30T09:07:46.343" v="2415" actId="14100"/>
          <ac:picMkLst>
            <pc:docMk/>
            <pc:sldMk cId="1946547361" sldId="403"/>
            <ac:picMk id="7" creationId="{2D487D0E-191F-1BA4-7A54-177764DAC9A6}"/>
          </ac:picMkLst>
        </pc:picChg>
      </pc:sldChg>
      <pc:sldChg chg="addSp delSp modSp add mod">
        <pc:chgData name="panwanke" userId="2eea59ba-b83b-4a63-b222-cef7f900ec6d" providerId="ADAL" clId="{0B4CFE38-6E00-4E4A-971A-76EBF78284E2}" dt="2022-08-30T10:14:25.625" v="2521" actId="1076"/>
        <pc:sldMkLst>
          <pc:docMk/>
          <pc:sldMk cId="2799252778" sldId="404"/>
        </pc:sldMkLst>
        <pc:spChg chg="mod">
          <ac:chgData name="panwanke" userId="2eea59ba-b83b-4a63-b222-cef7f900ec6d" providerId="ADAL" clId="{0B4CFE38-6E00-4E4A-971A-76EBF78284E2}" dt="2022-08-30T10:11:11.929" v="2518" actId="20577"/>
          <ac:spMkLst>
            <pc:docMk/>
            <pc:sldMk cId="2799252778" sldId="404"/>
            <ac:spMk id="11" creationId="{30F87091-133D-DADE-F14C-D708A91420A6}"/>
          </ac:spMkLst>
        </pc:spChg>
        <pc:picChg chg="add mod">
          <ac:chgData name="panwanke" userId="2eea59ba-b83b-4a63-b222-cef7f900ec6d" providerId="ADAL" clId="{0B4CFE38-6E00-4E4A-971A-76EBF78284E2}" dt="2022-08-30T10:14:25.625" v="2521" actId="1076"/>
          <ac:picMkLst>
            <pc:docMk/>
            <pc:sldMk cId="2799252778" sldId="404"/>
            <ac:picMk id="4" creationId="{F178232C-8E4A-DA99-5241-64D505AFDA96}"/>
          </ac:picMkLst>
        </pc:picChg>
        <pc:picChg chg="del">
          <ac:chgData name="panwanke" userId="2eea59ba-b83b-4a63-b222-cef7f900ec6d" providerId="ADAL" clId="{0B4CFE38-6E00-4E4A-971A-76EBF78284E2}" dt="2022-08-30T10:11:06.138" v="2508" actId="478"/>
          <ac:picMkLst>
            <pc:docMk/>
            <pc:sldMk cId="2799252778" sldId="404"/>
            <ac:picMk id="17410" creationId="{3665A282-C418-8ADA-875F-4E78058A8668}"/>
          </ac:picMkLst>
        </pc:picChg>
        <pc:picChg chg="del">
          <ac:chgData name="panwanke" userId="2eea59ba-b83b-4a63-b222-cef7f900ec6d" providerId="ADAL" clId="{0B4CFE38-6E00-4E4A-971A-76EBF78284E2}" dt="2022-08-30T10:11:06.540" v="2509" actId="478"/>
          <ac:picMkLst>
            <pc:docMk/>
            <pc:sldMk cId="2799252778" sldId="404"/>
            <ac:picMk id="17411" creationId="{B17CDB88-F56D-1B96-8179-C3409E71495B}"/>
          </ac:picMkLst>
        </pc:picChg>
      </pc:sldChg>
      <pc:sldChg chg="addSp delSp modSp add mod modNotesTx">
        <pc:chgData name="panwanke" userId="2eea59ba-b83b-4a63-b222-cef7f900ec6d" providerId="ADAL" clId="{0B4CFE38-6E00-4E4A-971A-76EBF78284E2}" dt="2022-08-30T10:26:18.996" v="2741"/>
        <pc:sldMkLst>
          <pc:docMk/>
          <pc:sldMk cId="791127347" sldId="405"/>
        </pc:sldMkLst>
        <pc:spChg chg="add mod">
          <ac:chgData name="panwanke" userId="2eea59ba-b83b-4a63-b222-cef7f900ec6d" providerId="ADAL" clId="{0B4CFE38-6E00-4E4A-971A-76EBF78284E2}" dt="2022-08-30T10:26:18.996" v="2741"/>
          <ac:spMkLst>
            <pc:docMk/>
            <pc:sldMk cId="791127347" sldId="405"/>
            <ac:spMk id="6" creationId="{AD659FA3-F60E-8994-833F-4DD55FCD4526}"/>
          </ac:spMkLst>
        </pc:spChg>
        <pc:spChg chg="add del mod">
          <ac:chgData name="panwanke" userId="2eea59ba-b83b-4a63-b222-cef7f900ec6d" providerId="ADAL" clId="{0B4CFE38-6E00-4E4A-971A-76EBF78284E2}" dt="2022-08-30T10:24:01.921" v="2638"/>
          <ac:spMkLst>
            <pc:docMk/>
            <pc:sldMk cId="791127347" sldId="405"/>
            <ac:spMk id="7" creationId="{57B42155-B871-4B17-8288-1156A2138279}"/>
          </ac:spMkLst>
        </pc:spChg>
        <pc:spChg chg="add del mod">
          <ac:chgData name="panwanke" userId="2eea59ba-b83b-4a63-b222-cef7f900ec6d" providerId="ADAL" clId="{0B4CFE38-6E00-4E4A-971A-76EBF78284E2}" dt="2022-08-30T10:24:01.921" v="2638"/>
          <ac:spMkLst>
            <pc:docMk/>
            <pc:sldMk cId="791127347" sldId="405"/>
            <ac:spMk id="8" creationId="{A76F269F-EDA7-6DF3-F44C-09F47631D8BC}"/>
          </ac:spMkLst>
        </pc:spChg>
        <pc:spChg chg="add del">
          <ac:chgData name="panwanke" userId="2eea59ba-b83b-4a63-b222-cef7f900ec6d" providerId="ADAL" clId="{0B4CFE38-6E00-4E4A-971A-76EBF78284E2}" dt="2022-08-30T10:23:51.046" v="2636" actId="22"/>
          <ac:spMkLst>
            <pc:docMk/>
            <pc:sldMk cId="791127347" sldId="405"/>
            <ac:spMk id="10" creationId="{7F585A8C-BC7D-7318-622E-DE07EF9626B1}"/>
          </ac:spMkLst>
        </pc:spChg>
        <pc:spChg chg="add del mod">
          <ac:chgData name="panwanke" userId="2eea59ba-b83b-4a63-b222-cef7f900ec6d" providerId="ADAL" clId="{0B4CFE38-6E00-4E4A-971A-76EBF78284E2}" dt="2022-08-30T10:25:59.287" v="2736"/>
          <ac:spMkLst>
            <pc:docMk/>
            <pc:sldMk cId="791127347" sldId="405"/>
            <ac:spMk id="13" creationId="{E8EA8291-FA60-9E56-5841-536608C95C98}"/>
          </ac:spMkLst>
        </pc:spChg>
        <pc:spChg chg="del mod">
          <ac:chgData name="panwanke" userId="2eea59ba-b83b-4a63-b222-cef7f900ec6d" providerId="ADAL" clId="{0B4CFE38-6E00-4E4A-971A-76EBF78284E2}" dt="2022-08-30T10:22:14.984" v="2613"/>
          <ac:spMkLst>
            <pc:docMk/>
            <pc:sldMk cId="791127347" sldId="405"/>
            <ac:spMk id="17" creationId="{F18D6AE3-6F30-7BA0-B967-208A8AFCFC4C}"/>
          </ac:spMkLst>
        </pc:spChg>
        <pc:spChg chg="add del mod">
          <ac:chgData name="panwanke" userId="2eea59ba-b83b-4a63-b222-cef7f900ec6d" providerId="ADAL" clId="{0B4CFE38-6E00-4E4A-971A-76EBF78284E2}" dt="2022-08-30T10:26:05.632" v="2739" actId="478"/>
          <ac:spMkLst>
            <pc:docMk/>
            <pc:sldMk cId="791127347" sldId="405"/>
            <ac:spMk id="18" creationId="{377B4FDB-AFB2-7D3B-BED1-8D8A417D6FBF}"/>
          </ac:spMkLst>
        </pc:spChg>
        <pc:spChg chg="add del mod">
          <ac:chgData name="panwanke" userId="2eea59ba-b83b-4a63-b222-cef7f900ec6d" providerId="ADAL" clId="{0B4CFE38-6E00-4E4A-971A-76EBF78284E2}" dt="2022-08-30T10:25:59.287" v="2736"/>
          <ac:spMkLst>
            <pc:docMk/>
            <pc:sldMk cId="791127347" sldId="405"/>
            <ac:spMk id="19" creationId="{5B0387D8-2B92-984D-39C8-939A6FE39D83}"/>
          </ac:spMkLst>
        </pc:spChg>
        <pc:spChg chg="add del mod">
          <ac:chgData name="panwanke" userId="2eea59ba-b83b-4a63-b222-cef7f900ec6d" providerId="ADAL" clId="{0B4CFE38-6E00-4E4A-971A-76EBF78284E2}" dt="2022-08-30T10:25:58.790" v="2735"/>
          <ac:spMkLst>
            <pc:docMk/>
            <pc:sldMk cId="791127347" sldId="405"/>
            <ac:spMk id="20" creationId="{A76F269F-EDA7-6DF3-F44C-09F47631D8BC}"/>
          </ac:spMkLst>
        </pc:spChg>
        <pc:spChg chg="mod">
          <ac:chgData name="panwanke" userId="2eea59ba-b83b-4a63-b222-cef7f900ec6d" providerId="ADAL" clId="{0B4CFE38-6E00-4E4A-971A-76EBF78284E2}" dt="2022-08-30T10:25:56.234" v="2723"/>
          <ac:spMkLst>
            <pc:docMk/>
            <pc:sldMk cId="791127347" sldId="405"/>
            <ac:spMk id="21" creationId="{4B5B5CE5-398A-2080-2472-2D88A6783D4C}"/>
          </ac:spMkLst>
        </pc:spChg>
        <pc:picChg chg="mod">
          <ac:chgData name="panwanke" userId="2eea59ba-b83b-4a63-b222-cef7f900ec6d" providerId="ADAL" clId="{0B4CFE38-6E00-4E4A-971A-76EBF78284E2}" dt="2022-08-30T10:22:39.267" v="2622" actId="1035"/>
          <ac:picMkLst>
            <pc:docMk/>
            <pc:sldMk cId="791127347" sldId="405"/>
            <ac:picMk id="4" creationId="{27D50892-DD30-6FC0-39F6-1EB6F2EAFDAF}"/>
          </ac:picMkLst>
        </pc:picChg>
      </pc:sldChg>
      <pc:sldChg chg="addSp delSp modSp add mod">
        <pc:chgData name="panwanke" userId="2eea59ba-b83b-4a63-b222-cef7f900ec6d" providerId="ADAL" clId="{0B4CFE38-6E00-4E4A-971A-76EBF78284E2}" dt="2022-08-30T10:31:09.203" v="2866" actId="20577"/>
        <pc:sldMkLst>
          <pc:docMk/>
          <pc:sldMk cId="2227152573" sldId="406"/>
        </pc:sldMkLst>
        <pc:spChg chg="del mod">
          <ac:chgData name="panwanke" userId="2eea59ba-b83b-4a63-b222-cef7f900ec6d" providerId="ADAL" clId="{0B4CFE38-6E00-4E4A-971A-76EBF78284E2}" dt="2022-08-30T10:30:23.148" v="2820"/>
          <ac:spMkLst>
            <pc:docMk/>
            <pc:sldMk cId="2227152573" sldId="406"/>
            <ac:spMk id="3" creationId="{0BBC35DB-39CC-0D87-868C-1B471F9811E2}"/>
          </ac:spMkLst>
        </pc:spChg>
        <pc:spChg chg="mod">
          <ac:chgData name="panwanke" userId="2eea59ba-b83b-4a63-b222-cef7f900ec6d" providerId="ADAL" clId="{0B4CFE38-6E00-4E4A-971A-76EBF78284E2}" dt="2022-08-30T10:31:09.203" v="2866" actId="20577"/>
          <ac:spMkLst>
            <pc:docMk/>
            <pc:sldMk cId="2227152573" sldId="406"/>
            <ac:spMk id="6" creationId="{AD659FA3-F60E-8994-833F-4DD55FCD4526}"/>
          </ac:spMkLst>
        </pc:spChg>
        <pc:spChg chg="del">
          <ac:chgData name="panwanke" userId="2eea59ba-b83b-4a63-b222-cef7f900ec6d" providerId="ADAL" clId="{0B4CFE38-6E00-4E4A-971A-76EBF78284E2}" dt="2022-08-30T10:30:05.606" v="2814"/>
          <ac:spMkLst>
            <pc:docMk/>
            <pc:sldMk cId="2227152573" sldId="406"/>
            <ac:spMk id="7" creationId="{57B42155-B871-4B17-8288-1156A2138279}"/>
          </ac:spMkLst>
        </pc:spChg>
        <pc:spChg chg="del mod">
          <ac:chgData name="panwanke" userId="2eea59ba-b83b-4a63-b222-cef7f900ec6d" providerId="ADAL" clId="{0B4CFE38-6E00-4E4A-971A-76EBF78284E2}" dt="2022-08-30T10:30:05.606" v="2814"/>
          <ac:spMkLst>
            <pc:docMk/>
            <pc:sldMk cId="2227152573" sldId="406"/>
            <ac:spMk id="8" creationId="{A76F269F-EDA7-6DF3-F44C-09F47631D8BC}"/>
          </ac:spMkLst>
        </pc:spChg>
        <pc:spChg chg="add del mod">
          <ac:chgData name="panwanke" userId="2eea59ba-b83b-4a63-b222-cef7f900ec6d" providerId="ADAL" clId="{0B4CFE38-6E00-4E4A-971A-76EBF78284E2}" dt="2022-08-30T10:30:23.148" v="2820"/>
          <ac:spMkLst>
            <pc:docMk/>
            <pc:sldMk cId="2227152573" sldId="406"/>
            <ac:spMk id="10" creationId="{834BE985-219A-FC1B-CF7E-3320C243ED00}"/>
          </ac:spMkLst>
        </pc:spChg>
        <pc:spChg chg="mod">
          <ac:chgData name="panwanke" userId="2eea59ba-b83b-4a63-b222-cef7f900ec6d" providerId="ADAL" clId="{0B4CFE38-6E00-4E4A-971A-76EBF78284E2}" dt="2022-08-30T10:30:23.148" v="2820"/>
          <ac:spMkLst>
            <pc:docMk/>
            <pc:sldMk cId="2227152573" sldId="406"/>
            <ac:spMk id="13" creationId="{845A84CC-5EB2-A662-ABA3-D2075B432F0D}"/>
          </ac:spMkLst>
        </pc:spChg>
      </pc:sldChg>
      <pc:sldChg chg="modSp add mod">
        <pc:chgData name="panwanke" userId="2eea59ba-b83b-4a63-b222-cef7f900ec6d" providerId="ADAL" clId="{0B4CFE38-6E00-4E4A-971A-76EBF78284E2}" dt="2022-08-30T10:29:02.502" v="2807" actId="20577"/>
        <pc:sldMkLst>
          <pc:docMk/>
          <pc:sldMk cId="1015795923" sldId="407"/>
        </pc:sldMkLst>
        <pc:spChg chg="mod">
          <ac:chgData name="panwanke" userId="2eea59ba-b83b-4a63-b222-cef7f900ec6d" providerId="ADAL" clId="{0B4CFE38-6E00-4E4A-971A-76EBF78284E2}" dt="2022-08-30T10:29:02.502" v="2807" actId="20577"/>
          <ac:spMkLst>
            <pc:docMk/>
            <pc:sldMk cId="1015795923" sldId="407"/>
            <ac:spMk id="6" creationId="{AD659FA3-F60E-8994-833F-4DD55FCD4526}"/>
          </ac:spMkLst>
        </pc:spChg>
      </pc:sldChg>
      <pc:sldChg chg="addSp delSp modSp add mod ord delAnim">
        <pc:chgData name="panwanke" userId="2eea59ba-b83b-4a63-b222-cef7f900ec6d" providerId="ADAL" clId="{0B4CFE38-6E00-4E4A-971A-76EBF78284E2}" dt="2022-08-30T12:35:15.542" v="3054" actId="1076"/>
        <pc:sldMkLst>
          <pc:docMk/>
          <pc:sldMk cId="1207570528" sldId="408"/>
        </pc:sldMkLst>
        <pc:spChg chg="del mod">
          <ac:chgData name="panwanke" userId="2eea59ba-b83b-4a63-b222-cef7f900ec6d" providerId="ADAL" clId="{0B4CFE38-6E00-4E4A-971A-76EBF78284E2}" dt="2022-08-30T12:23:51.455" v="2964" actId="478"/>
          <ac:spMkLst>
            <pc:docMk/>
            <pc:sldMk cId="1207570528" sldId="408"/>
            <ac:spMk id="6" creationId="{AD659FA3-F60E-8994-833F-4DD55FCD4526}"/>
          </ac:spMkLst>
        </pc:spChg>
        <pc:spChg chg="del">
          <ac:chgData name="panwanke" userId="2eea59ba-b83b-4a63-b222-cef7f900ec6d" providerId="ADAL" clId="{0B4CFE38-6E00-4E4A-971A-76EBF78284E2}" dt="2022-08-30T10:35:58.919" v="2960" actId="478"/>
          <ac:spMkLst>
            <pc:docMk/>
            <pc:sldMk cId="1207570528" sldId="408"/>
            <ac:spMk id="7" creationId="{57B42155-B871-4B17-8288-1156A2138279}"/>
          </ac:spMkLst>
        </pc:spChg>
        <pc:spChg chg="del">
          <ac:chgData name="panwanke" userId="2eea59ba-b83b-4a63-b222-cef7f900ec6d" providerId="ADAL" clId="{0B4CFE38-6E00-4E4A-971A-76EBF78284E2}" dt="2022-08-30T10:35:59.457" v="2961" actId="478"/>
          <ac:spMkLst>
            <pc:docMk/>
            <pc:sldMk cId="1207570528" sldId="408"/>
            <ac:spMk id="8" creationId="{A76F269F-EDA7-6DF3-F44C-09F47631D8BC}"/>
          </ac:spMkLst>
        </pc:spChg>
        <pc:spChg chg="add mod">
          <ac:chgData name="panwanke" userId="2eea59ba-b83b-4a63-b222-cef7f900ec6d" providerId="ADAL" clId="{0B4CFE38-6E00-4E4A-971A-76EBF78284E2}" dt="2022-08-30T12:33:54.212" v="3027" actId="1076"/>
          <ac:spMkLst>
            <pc:docMk/>
            <pc:sldMk cId="1207570528" sldId="408"/>
            <ac:spMk id="10" creationId="{DD3EE405-4799-DF5D-9E3B-FDB514D9275F}"/>
          </ac:spMkLst>
        </pc:spChg>
        <pc:spChg chg="del mod">
          <ac:chgData name="panwanke" userId="2eea59ba-b83b-4a63-b222-cef7f900ec6d" providerId="ADAL" clId="{0B4CFE38-6E00-4E4A-971A-76EBF78284E2}" dt="2022-08-30T12:35:05.102" v="3051" actId="478"/>
          <ac:spMkLst>
            <pc:docMk/>
            <pc:sldMk cId="1207570528" sldId="408"/>
            <ac:spMk id="11" creationId="{30F87091-133D-DADE-F14C-D708A91420A6}"/>
          </ac:spMkLst>
        </pc:spChg>
        <pc:graphicFrameChg chg="add mod modGraphic">
          <ac:chgData name="panwanke" userId="2eea59ba-b83b-4a63-b222-cef7f900ec6d" providerId="ADAL" clId="{0B4CFE38-6E00-4E4A-971A-76EBF78284E2}" dt="2022-08-30T12:35:15.542" v="3054" actId="1076"/>
          <ac:graphicFrameMkLst>
            <pc:docMk/>
            <pc:sldMk cId="1207570528" sldId="408"/>
            <ac:graphicFrameMk id="3" creationId="{703529C8-3886-DCCF-CCC1-269539DDDE69}"/>
          </ac:graphicFrameMkLst>
        </pc:graphicFrameChg>
        <pc:picChg chg="del">
          <ac:chgData name="panwanke" userId="2eea59ba-b83b-4a63-b222-cef7f900ec6d" providerId="ADAL" clId="{0B4CFE38-6E00-4E4A-971A-76EBF78284E2}" dt="2022-08-30T10:36:00.636" v="2962" actId="478"/>
          <ac:picMkLst>
            <pc:docMk/>
            <pc:sldMk cId="1207570528" sldId="408"/>
            <ac:picMk id="4" creationId="{27D50892-DD30-6FC0-39F6-1EB6F2EAFDAF}"/>
          </ac:picMkLst>
        </pc:picChg>
        <pc:cxnChg chg="del">
          <ac:chgData name="panwanke" userId="2eea59ba-b83b-4a63-b222-cef7f900ec6d" providerId="ADAL" clId="{0B4CFE38-6E00-4E4A-971A-76EBF78284E2}" dt="2022-08-30T12:35:06.250" v="3052" actId="478"/>
          <ac:cxnSpMkLst>
            <pc:docMk/>
            <pc:sldMk cId="1207570528" sldId="408"/>
            <ac:cxnSpMk id="5" creationId="{6FD81F64-A4BD-4241-A358-AC71F804FACC}"/>
          </ac:cxnSpMkLst>
        </pc:cxnChg>
      </pc:sldChg>
      <pc:sldChg chg="addSp delSp modSp add mod">
        <pc:chgData name="panwanke" userId="2eea59ba-b83b-4a63-b222-cef7f900ec6d" providerId="ADAL" clId="{0B4CFE38-6E00-4E4A-971A-76EBF78284E2}" dt="2022-08-30T10:33:47.813" v="2958" actId="20577"/>
        <pc:sldMkLst>
          <pc:docMk/>
          <pc:sldMk cId="2616083642" sldId="409"/>
        </pc:sldMkLst>
        <pc:spChg chg="mod">
          <ac:chgData name="panwanke" userId="2eea59ba-b83b-4a63-b222-cef7f900ec6d" providerId="ADAL" clId="{0B4CFE38-6E00-4E4A-971A-76EBF78284E2}" dt="2022-08-30T10:33:47.813" v="2958" actId="20577"/>
          <ac:spMkLst>
            <pc:docMk/>
            <pc:sldMk cId="2616083642" sldId="409"/>
            <ac:spMk id="6" creationId="{AD659FA3-F60E-8994-833F-4DD55FCD4526}"/>
          </ac:spMkLst>
        </pc:spChg>
        <pc:spChg chg="add del mod">
          <ac:chgData name="panwanke" userId="2eea59ba-b83b-4a63-b222-cef7f900ec6d" providerId="ADAL" clId="{0B4CFE38-6E00-4E4A-971A-76EBF78284E2}" dt="2022-08-30T10:32:11.953" v="2896"/>
          <ac:spMkLst>
            <pc:docMk/>
            <pc:sldMk cId="2616083642" sldId="409"/>
            <ac:spMk id="7" creationId="{5EF8D07E-4DDB-A960-E0C3-C4F35BCE5222}"/>
          </ac:spMkLst>
        </pc:spChg>
        <pc:spChg chg="add del mod">
          <ac:chgData name="panwanke" userId="2eea59ba-b83b-4a63-b222-cef7f900ec6d" providerId="ADAL" clId="{0B4CFE38-6E00-4E4A-971A-76EBF78284E2}" dt="2022-08-30T10:32:15.578" v="2897"/>
          <ac:spMkLst>
            <pc:docMk/>
            <pc:sldMk cId="2616083642" sldId="409"/>
            <ac:spMk id="9" creationId="{BF844AD0-8E2F-54BE-1FF0-076D460B0CA3}"/>
          </ac:spMkLst>
        </pc:spChg>
        <pc:spChg chg="del mod">
          <ac:chgData name="panwanke" userId="2eea59ba-b83b-4a63-b222-cef7f900ec6d" providerId="ADAL" clId="{0B4CFE38-6E00-4E4A-971A-76EBF78284E2}" dt="2022-08-30T10:32:15.578" v="2897"/>
          <ac:spMkLst>
            <pc:docMk/>
            <pc:sldMk cId="2616083642" sldId="409"/>
            <ac:spMk id="10" creationId="{4B8ECB5E-BF0F-AA77-B8D1-053BC0A8ACD6}"/>
          </ac:spMkLst>
        </pc:spChg>
        <pc:spChg chg="del">
          <ac:chgData name="panwanke" userId="2eea59ba-b83b-4a63-b222-cef7f900ec6d" providerId="ADAL" clId="{0B4CFE38-6E00-4E4A-971A-76EBF78284E2}" dt="2022-08-30T10:32:11.953" v="2896"/>
          <ac:spMkLst>
            <pc:docMk/>
            <pc:sldMk cId="2616083642" sldId="409"/>
            <ac:spMk id="13" creationId="{845A84CC-5EB2-A662-ABA3-D2075B432F0D}"/>
          </ac:spMkLst>
        </pc:spChg>
        <pc:spChg chg="mod">
          <ac:chgData name="panwanke" userId="2eea59ba-b83b-4a63-b222-cef7f900ec6d" providerId="ADAL" clId="{0B4CFE38-6E00-4E4A-971A-76EBF78284E2}" dt="2022-08-30T10:32:15.578" v="2897"/>
          <ac:spMkLst>
            <pc:docMk/>
            <pc:sldMk cId="2616083642" sldId="409"/>
            <ac:spMk id="15" creationId="{3874F507-3D7E-C6F2-63E2-BF43E0A768C8}"/>
          </ac:spMkLst>
        </pc:spChg>
      </pc:sldChg>
      <pc:sldChg chg="addSp delSp modSp add mod ord">
        <pc:chgData name="panwanke" userId="2eea59ba-b83b-4a63-b222-cef7f900ec6d" providerId="ADAL" clId="{0B4CFE38-6E00-4E4A-971A-76EBF78284E2}" dt="2022-08-30T13:38:03.833" v="3099" actId="22"/>
        <pc:sldMkLst>
          <pc:docMk/>
          <pc:sldMk cId="3101143986" sldId="410"/>
        </pc:sldMkLst>
        <pc:spChg chg="del mod">
          <ac:chgData name="panwanke" userId="2eea59ba-b83b-4a63-b222-cef7f900ec6d" providerId="ADAL" clId="{0B4CFE38-6E00-4E4A-971A-76EBF78284E2}" dt="2022-08-30T13:33:12.418" v="3091" actId="478"/>
          <ac:spMkLst>
            <pc:docMk/>
            <pc:sldMk cId="3101143986" sldId="410"/>
            <ac:spMk id="6" creationId="{AD659FA3-F60E-8994-833F-4DD55FCD4526}"/>
          </ac:spMkLst>
        </pc:spChg>
        <pc:spChg chg="mod">
          <ac:chgData name="panwanke" userId="2eea59ba-b83b-4a63-b222-cef7f900ec6d" providerId="ADAL" clId="{0B4CFE38-6E00-4E4A-971A-76EBF78284E2}" dt="2022-08-30T13:20:14.607" v="3089" actId="1076"/>
          <ac:spMkLst>
            <pc:docMk/>
            <pc:sldMk cId="3101143986" sldId="410"/>
            <ac:spMk id="11" creationId="{30F87091-133D-DADE-F14C-D708A91420A6}"/>
          </ac:spMkLst>
        </pc:spChg>
        <pc:spChg chg="del">
          <ac:chgData name="panwanke" userId="2eea59ba-b83b-4a63-b222-cef7f900ec6d" providerId="ADAL" clId="{0B4CFE38-6E00-4E4A-971A-76EBF78284E2}" dt="2022-08-30T13:19:42.618" v="3059" actId="478"/>
          <ac:spMkLst>
            <pc:docMk/>
            <pc:sldMk cId="3101143986" sldId="410"/>
            <ac:spMk id="15" creationId="{3874F507-3D7E-C6F2-63E2-BF43E0A768C8}"/>
          </ac:spMkLst>
        </pc:spChg>
        <pc:picChg chg="del">
          <ac:chgData name="panwanke" userId="2eea59ba-b83b-4a63-b222-cef7f900ec6d" providerId="ADAL" clId="{0B4CFE38-6E00-4E4A-971A-76EBF78284E2}" dt="2022-08-30T13:19:44.086" v="3060" actId="478"/>
          <ac:picMkLst>
            <pc:docMk/>
            <pc:sldMk cId="3101143986" sldId="410"/>
            <ac:picMk id="4" creationId="{27D50892-DD30-6FC0-39F6-1EB6F2EAFDAF}"/>
          </ac:picMkLst>
        </pc:picChg>
        <pc:picChg chg="add del mod">
          <ac:chgData name="panwanke" userId="2eea59ba-b83b-4a63-b222-cef7f900ec6d" providerId="ADAL" clId="{0B4CFE38-6E00-4E4A-971A-76EBF78284E2}" dt="2022-08-30T13:38:00.083" v="3097" actId="478"/>
          <ac:picMkLst>
            <pc:docMk/>
            <pc:sldMk cId="3101143986" sldId="410"/>
            <ac:picMk id="7" creationId="{4D674532-47CA-56B2-E912-7B5FE4B05952}"/>
          </ac:picMkLst>
        </pc:picChg>
        <pc:picChg chg="add">
          <ac:chgData name="panwanke" userId="2eea59ba-b83b-4a63-b222-cef7f900ec6d" providerId="ADAL" clId="{0B4CFE38-6E00-4E4A-971A-76EBF78284E2}" dt="2022-08-30T13:38:03.833" v="3099" actId="22"/>
          <ac:picMkLst>
            <pc:docMk/>
            <pc:sldMk cId="3101143986" sldId="410"/>
            <ac:picMk id="9" creationId="{7FB2FABE-7BD8-4262-F92D-CA98FC55AA3C}"/>
          </ac:picMkLst>
        </pc:picChg>
        <pc:cxnChg chg="mod">
          <ac:chgData name="panwanke" userId="2eea59ba-b83b-4a63-b222-cef7f900ec6d" providerId="ADAL" clId="{0B4CFE38-6E00-4E4A-971A-76EBF78284E2}" dt="2022-08-30T13:20:14.607" v="3089" actId="1076"/>
          <ac:cxnSpMkLst>
            <pc:docMk/>
            <pc:sldMk cId="3101143986" sldId="410"/>
            <ac:cxnSpMk id="5" creationId="{6FD81F64-A4BD-4241-A358-AC71F804FACC}"/>
          </ac:cxnSpMkLst>
        </pc:cxnChg>
      </pc:sldChg>
      <pc:sldChg chg="addSp delSp modSp add mod ord">
        <pc:chgData name="panwanke" userId="2eea59ba-b83b-4a63-b222-cef7f900ec6d" providerId="ADAL" clId="{0B4CFE38-6E00-4E4A-971A-76EBF78284E2}" dt="2022-08-30T13:47:54.783" v="3167" actId="166"/>
        <pc:sldMkLst>
          <pc:docMk/>
          <pc:sldMk cId="216855393" sldId="411"/>
        </pc:sldMkLst>
        <pc:spChg chg="add mod">
          <ac:chgData name="panwanke" userId="2eea59ba-b83b-4a63-b222-cef7f900ec6d" providerId="ADAL" clId="{0B4CFE38-6E00-4E4A-971A-76EBF78284E2}" dt="2022-08-30T13:44:48.958" v="3134" actId="13822"/>
          <ac:spMkLst>
            <pc:docMk/>
            <pc:sldMk cId="216855393" sldId="411"/>
            <ac:spMk id="19" creationId="{343DFD1D-3D17-64A4-BB49-03AF65D4D835}"/>
          </ac:spMkLst>
        </pc:spChg>
        <pc:spChg chg="add del mod">
          <ac:chgData name="panwanke" userId="2eea59ba-b83b-4a63-b222-cef7f900ec6d" providerId="ADAL" clId="{0B4CFE38-6E00-4E4A-971A-76EBF78284E2}" dt="2022-08-30T13:46:18.536" v="3148" actId="478"/>
          <ac:spMkLst>
            <pc:docMk/>
            <pc:sldMk cId="216855393" sldId="411"/>
            <ac:spMk id="23" creationId="{18CEE84B-B496-FE02-2055-4BDB6771A43C}"/>
          </ac:spMkLst>
        </pc:spChg>
        <pc:spChg chg="add del mod">
          <ac:chgData name="panwanke" userId="2eea59ba-b83b-4a63-b222-cef7f900ec6d" providerId="ADAL" clId="{0B4CFE38-6E00-4E4A-971A-76EBF78284E2}" dt="2022-08-30T13:46:54.330" v="3153" actId="478"/>
          <ac:spMkLst>
            <pc:docMk/>
            <pc:sldMk cId="216855393" sldId="411"/>
            <ac:spMk id="25" creationId="{F4B6C869-8C4C-5413-131E-99B33CD70639}"/>
          </ac:spMkLst>
        </pc:spChg>
        <pc:spChg chg="add del mod">
          <ac:chgData name="panwanke" userId="2eea59ba-b83b-4a63-b222-cef7f900ec6d" providerId="ADAL" clId="{0B4CFE38-6E00-4E4A-971A-76EBF78284E2}" dt="2022-08-30T13:47:47.980" v="3165"/>
          <ac:spMkLst>
            <pc:docMk/>
            <pc:sldMk cId="216855393" sldId="411"/>
            <ac:spMk id="26" creationId="{32AAF744-BDBD-970C-81F5-CEDBD39DD17D}"/>
          </ac:spMkLst>
        </pc:spChg>
        <pc:spChg chg="add del mod">
          <ac:chgData name="panwanke" userId="2eea59ba-b83b-4a63-b222-cef7f900ec6d" providerId="ADAL" clId="{0B4CFE38-6E00-4E4A-971A-76EBF78284E2}" dt="2022-08-30T13:47:47.980" v="3165"/>
          <ac:spMkLst>
            <pc:docMk/>
            <pc:sldMk cId="216855393" sldId="411"/>
            <ac:spMk id="28" creationId="{46AABF49-19F9-AB38-FF83-0C6E19747168}"/>
          </ac:spMkLst>
        </pc:spChg>
        <pc:spChg chg="mod">
          <ac:chgData name="panwanke" userId="2eea59ba-b83b-4a63-b222-cef7f900ec6d" providerId="ADAL" clId="{0B4CFE38-6E00-4E4A-971A-76EBF78284E2}" dt="2022-08-30T13:47:47.980" v="3165"/>
          <ac:spMkLst>
            <pc:docMk/>
            <pc:sldMk cId="216855393" sldId="411"/>
            <ac:spMk id="29" creationId="{A8A04586-03B4-5A07-B5FF-A9340185EE2C}"/>
          </ac:spMkLst>
        </pc:spChg>
        <pc:picChg chg="add del mod">
          <ac:chgData name="panwanke" userId="2eea59ba-b83b-4a63-b222-cef7f900ec6d" providerId="ADAL" clId="{0B4CFE38-6E00-4E4A-971A-76EBF78284E2}" dt="2022-08-30T13:43:23.098" v="3112" actId="478"/>
          <ac:picMkLst>
            <pc:docMk/>
            <pc:sldMk cId="216855393" sldId="411"/>
            <ac:picMk id="4" creationId="{5558B9BE-CA69-086F-E684-3E2861B6F40D}"/>
          </ac:picMkLst>
        </pc:picChg>
        <pc:picChg chg="del mod">
          <ac:chgData name="panwanke" userId="2eea59ba-b83b-4a63-b222-cef7f900ec6d" providerId="ADAL" clId="{0B4CFE38-6E00-4E4A-971A-76EBF78284E2}" dt="2022-08-30T13:38:02.771" v="3098" actId="478"/>
          <ac:picMkLst>
            <pc:docMk/>
            <pc:sldMk cId="216855393" sldId="411"/>
            <ac:picMk id="7" creationId="{4D674532-47CA-56B2-E912-7B5FE4B05952}"/>
          </ac:picMkLst>
        </pc:picChg>
        <pc:picChg chg="add del mod">
          <ac:chgData name="panwanke" userId="2eea59ba-b83b-4a63-b222-cef7f900ec6d" providerId="ADAL" clId="{0B4CFE38-6E00-4E4A-971A-76EBF78284E2}" dt="2022-08-30T13:43:23.591" v="3113" actId="478"/>
          <ac:picMkLst>
            <pc:docMk/>
            <pc:sldMk cId="216855393" sldId="411"/>
            <ac:picMk id="8" creationId="{65E39E4B-ED8E-0062-90AB-5846053E668F}"/>
          </ac:picMkLst>
        </pc:picChg>
        <pc:picChg chg="add del mod">
          <ac:chgData name="panwanke" userId="2eea59ba-b83b-4a63-b222-cef7f900ec6d" providerId="ADAL" clId="{0B4CFE38-6E00-4E4A-971A-76EBF78284E2}" dt="2022-08-30T13:43:24.288" v="3114" actId="478"/>
          <ac:picMkLst>
            <pc:docMk/>
            <pc:sldMk cId="216855393" sldId="411"/>
            <ac:picMk id="10" creationId="{7CCD5D4B-4525-6D40-9B04-D6ECA6DE51C1}"/>
          </ac:picMkLst>
        </pc:picChg>
        <pc:picChg chg="add mod">
          <ac:chgData name="panwanke" userId="2eea59ba-b83b-4a63-b222-cef7f900ec6d" providerId="ADAL" clId="{0B4CFE38-6E00-4E4A-971A-76EBF78284E2}" dt="2022-08-30T13:43:43.393" v="3122" actId="14100"/>
          <ac:picMkLst>
            <pc:docMk/>
            <pc:sldMk cId="216855393" sldId="411"/>
            <ac:picMk id="15" creationId="{5C5D24BD-9863-449F-B14F-A2DEA7855FAB}"/>
          </ac:picMkLst>
        </pc:picChg>
        <pc:picChg chg="add mod">
          <ac:chgData name="panwanke" userId="2eea59ba-b83b-4a63-b222-cef7f900ec6d" providerId="ADAL" clId="{0B4CFE38-6E00-4E4A-971A-76EBF78284E2}" dt="2022-08-30T13:44:54.381" v="3135" actId="1076"/>
          <ac:picMkLst>
            <pc:docMk/>
            <pc:sldMk cId="216855393" sldId="411"/>
            <ac:picMk id="18" creationId="{40EEBF66-731F-4622-1040-9AC936402B1D}"/>
          </ac:picMkLst>
        </pc:picChg>
        <pc:picChg chg="add mod ord">
          <ac:chgData name="panwanke" userId="2eea59ba-b83b-4a63-b222-cef7f900ec6d" providerId="ADAL" clId="{0B4CFE38-6E00-4E4A-971A-76EBF78284E2}" dt="2022-08-30T13:47:54.783" v="3167" actId="166"/>
          <ac:picMkLst>
            <pc:docMk/>
            <pc:sldMk cId="216855393" sldId="411"/>
            <ac:picMk id="21" creationId="{F4CFFA57-ADA2-E7C6-A443-0F895D549411}"/>
          </ac:picMkLst>
        </pc:picChg>
      </pc:sldChg>
      <pc:sldChg chg="modSp add">
        <pc:chgData name="panwanke" userId="2eea59ba-b83b-4a63-b222-cef7f900ec6d" providerId="ADAL" clId="{0B4CFE38-6E00-4E4A-971A-76EBF78284E2}" dt="2022-08-30T13:49:09.524" v="3177" actId="1076"/>
        <pc:sldMkLst>
          <pc:docMk/>
          <pc:sldMk cId="419996821" sldId="412"/>
        </pc:sldMkLst>
        <pc:picChg chg="mod">
          <ac:chgData name="panwanke" userId="2eea59ba-b83b-4a63-b222-cef7f900ec6d" providerId="ADAL" clId="{0B4CFE38-6E00-4E4A-971A-76EBF78284E2}" dt="2022-08-30T13:49:09.524" v="3177" actId="1076"/>
          <ac:picMkLst>
            <pc:docMk/>
            <pc:sldMk cId="419996821" sldId="412"/>
            <ac:picMk id="15" creationId="{5C5D24BD-9863-449F-B14F-A2DEA7855FAB}"/>
          </ac:picMkLst>
        </pc:picChg>
      </pc:sldChg>
      <pc:sldChg chg="addSp delSp modSp add mod">
        <pc:chgData name="panwanke" userId="2eea59ba-b83b-4a63-b222-cef7f900ec6d" providerId="ADAL" clId="{0B4CFE38-6E00-4E4A-971A-76EBF78284E2}" dt="2022-09-05T02:26:06.517" v="3950" actId="1076"/>
        <pc:sldMkLst>
          <pc:docMk/>
          <pc:sldMk cId="4181926302" sldId="413"/>
        </pc:sldMkLst>
        <pc:spChg chg="mod">
          <ac:chgData name="panwanke" userId="2eea59ba-b83b-4a63-b222-cef7f900ec6d" providerId="ADAL" clId="{0B4CFE38-6E00-4E4A-971A-76EBF78284E2}" dt="2022-09-05T02:25:18.415" v="3947" actId="1076"/>
          <ac:spMkLst>
            <pc:docMk/>
            <pc:sldMk cId="4181926302" sldId="413"/>
            <ac:spMk id="19" creationId="{343DFD1D-3D17-64A4-BB49-03AF65D4D835}"/>
          </ac:spMkLst>
        </pc:spChg>
        <pc:graphicFrameChg chg="add mod modGraphic">
          <ac:chgData name="panwanke" userId="2eea59ba-b83b-4a63-b222-cef7f900ec6d" providerId="ADAL" clId="{0B4CFE38-6E00-4E4A-971A-76EBF78284E2}" dt="2022-09-05T02:25:20.548" v="3948" actId="1076"/>
          <ac:graphicFrameMkLst>
            <pc:docMk/>
            <pc:sldMk cId="4181926302" sldId="413"/>
            <ac:graphicFrameMk id="4" creationId="{AB1A2DE7-6230-0AEF-9EF2-8C14CE69F00D}"/>
          </ac:graphicFrameMkLst>
        </pc:graphicFrameChg>
        <pc:picChg chg="add mod">
          <ac:chgData name="panwanke" userId="2eea59ba-b83b-4a63-b222-cef7f900ec6d" providerId="ADAL" clId="{0B4CFE38-6E00-4E4A-971A-76EBF78284E2}" dt="2022-09-05T02:26:06.517" v="3950" actId="1076"/>
          <ac:picMkLst>
            <pc:docMk/>
            <pc:sldMk cId="4181926302" sldId="413"/>
            <ac:picMk id="7" creationId="{901774A5-20AF-A758-BAB3-F896CE205442}"/>
          </ac:picMkLst>
        </pc:picChg>
        <pc:picChg chg="mod">
          <ac:chgData name="panwanke" userId="2eea59ba-b83b-4a63-b222-cef7f900ec6d" providerId="ADAL" clId="{0B4CFE38-6E00-4E4A-971A-76EBF78284E2}" dt="2022-09-05T02:25:18.415" v="3947" actId="1076"/>
          <ac:picMkLst>
            <pc:docMk/>
            <pc:sldMk cId="4181926302" sldId="413"/>
            <ac:picMk id="15" creationId="{5C5D24BD-9863-449F-B14F-A2DEA7855FAB}"/>
          </ac:picMkLst>
        </pc:picChg>
        <pc:picChg chg="mod">
          <ac:chgData name="panwanke" userId="2eea59ba-b83b-4a63-b222-cef7f900ec6d" providerId="ADAL" clId="{0B4CFE38-6E00-4E4A-971A-76EBF78284E2}" dt="2022-09-05T02:25:18.415" v="3947" actId="1076"/>
          <ac:picMkLst>
            <pc:docMk/>
            <pc:sldMk cId="4181926302" sldId="413"/>
            <ac:picMk id="18" creationId="{40EEBF66-731F-4622-1040-9AC936402B1D}"/>
          </ac:picMkLst>
        </pc:picChg>
        <pc:picChg chg="del">
          <ac:chgData name="panwanke" userId="2eea59ba-b83b-4a63-b222-cef7f900ec6d" providerId="ADAL" clId="{0B4CFE38-6E00-4E4A-971A-76EBF78284E2}" dt="2022-08-30T13:45:23.321" v="3139" actId="478"/>
          <ac:picMkLst>
            <pc:docMk/>
            <pc:sldMk cId="4181926302" sldId="413"/>
            <ac:picMk id="21" creationId="{F4CFFA57-ADA2-E7C6-A443-0F895D549411}"/>
          </ac:picMkLst>
        </pc:picChg>
      </pc:sldChg>
      <pc:sldChg chg="addSp modSp add del mod ord">
        <pc:chgData name="panwanke" userId="2eea59ba-b83b-4a63-b222-cef7f900ec6d" providerId="ADAL" clId="{0B4CFE38-6E00-4E4A-971A-76EBF78284E2}" dt="2022-09-05T02:28:43.827" v="3951" actId="47"/>
        <pc:sldMkLst>
          <pc:docMk/>
          <pc:sldMk cId="680497039" sldId="414"/>
        </pc:sldMkLst>
        <pc:spChg chg="add mod">
          <ac:chgData name="panwanke" userId="2eea59ba-b83b-4a63-b222-cef7f900ec6d" providerId="ADAL" clId="{0B4CFE38-6E00-4E4A-971A-76EBF78284E2}" dt="2022-08-30T13:55:37.758" v="3240" actId="1076"/>
          <ac:spMkLst>
            <pc:docMk/>
            <pc:sldMk cId="680497039" sldId="414"/>
            <ac:spMk id="4" creationId="{89390CB8-587C-5FAB-AD5D-50C28800CB26}"/>
          </ac:spMkLst>
        </pc:spChg>
        <pc:cxnChg chg="add mod">
          <ac:chgData name="panwanke" userId="2eea59ba-b83b-4a63-b222-cef7f900ec6d" providerId="ADAL" clId="{0B4CFE38-6E00-4E4A-971A-76EBF78284E2}" dt="2022-08-30T13:56:05.967" v="3245" actId="1076"/>
          <ac:cxnSpMkLst>
            <pc:docMk/>
            <pc:sldMk cId="680497039" sldId="414"/>
            <ac:cxnSpMk id="7" creationId="{626EFE9A-51A9-2F5F-EF73-770DF8354A6C}"/>
          </ac:cxnSpMkLst>
        </pc:cxnChg>
      </pc:sldChg>
      <pc:sldChg chg="addSp delSp modSp add mod">
        <pc:chgData name="panwanke" userId="2eea59ba-b83b-4a63-b222-cef7f900ec6d" providerId="ADAL" clId="{0B4CFE38-6E00-4E4A-971A-76EBF78284E2}" dt="2022-08-30T13:49:26.132" v="3180" actId="1076"/>
        <pc:sldMkLst>
          <pc:docMk/>
          <pc:sldMk cId="394130006" sldId="415"/>
        </pc:sldMkLst>
        <pc:spChg chg="del">
          <ac:chgData name="panwanke" userId="2eea59ba-b83b-4a63-b222-cef7f900ec6d" providerId="ADAL" clId="{0B4CFE38-6E00-4E4A-971A-76EBF78284E2}" dt="2022-08-30T13:48:22.522" v="3174" actId="478"/>
          <ac:spMkLst>
            <pc:docMk/>
            <pc:sldMk cId="394130006" sldId="415"/>
            <ac:spMk id="19" creationId="{343DFD1D-3D17-64A4-BB49-03AF65D4D835}"/>
          </ac:spMkLst>
        </pc:spChg>
        <pc:spChg chg="del">
          <ac:chgData name="panwanke" userId="2eea59ba-b83b-4a63-b222-cef7f900ec6d" providerId="ADAL" clId="{0B4CFE38-6E00-4E4A-971A-76EBF78284E2}" dt="2022-08-30T13:48:09.223" v="3169" actId="478"/>
          <ac:spMkLst>
            <pc:docMk/>
            <pc:sldMk cId="394130006" sldId="415"/>
            <ac:spMk id="29" creationId="{A8A04586-03B4-5A07-B5FF-A9340185EE2C}"/>
          </ac:spMkLst>
        </pc:spChg>
        <pc:picChg chg="add mod">
          <ac:chgData name="panwanke" userId="2eea59ba-b83b-4a63-b222-cef7f900ec6d" providerId="ADAL" clId="{0B4CFE38-6E00-4E4A-971A-76EBF78284E2}" dt="2022-08-30T13:49:03.722" v="3176" actId="1076"/>
          <ac:picMkLst>
            <pc:docMk/>
            <pc:sldMk cId="394130006" sldId="415"/>
            <ac:picMk id="4" creationId="{F2212D5A-E996-71C9-6EA0-7679EB453689}"/>
          </ac:picMkLst>
        </pc:picChg>
        <pc:picChg chg="add mod">
          <ac:chgData name="panwanke" userId="2eea59ba-b83b-4a63-b222-cef7f900ec6d" providerId="ADAL" clId="{0B4CFE38-6E00-4E4A-971A-76EBF78284E2}" dt="2022-08-30T13:49:17.950" v="3179" actId="1076"/>
          <ac:picMkLst>
            <pc:docMk/>
            <pc:sldMk cId="394130006" sldId="415"/>
            <ac:picMk id="7" creationId="{B741A09A-AB48-408A-37E0-3F594B8164FF}"/>
          </ac:picMkLst>
        </pc:picChg>
        <pc:picChg chg="add mod">
          <ac:chgData name="panwanke" userId="2eea59ba-b83b-4a63-b222-cef7f900ec6d" providerId="ADAL" clId="{0B4CFE38-6E00-4E4A-971A-76EBF78284E2}" dt="2022-08-30T13:49:26.132" v="3180" actId="1076"/>
          <ac:picMkLst>
            <pc:docMk/>
            <pc:sldMk cId="394130006" sldId="415"/>
            <ac:picMk id="9" creationId="{6CA73DDD-8867-9800-FB8F-E96A24E69382}"/>
          </ac:picMkLst>
        </pc:picChg>
        <pc:picChg chg="del mod">
          <ac:chgData name="panwanke" userId="2eea59ba-b83b-4a63-b222-cef7f900ec6d" providerId="ADAL" clId="{0B4CFE38-6E00-4E4A-971A-76EBF78284E2}" dt="2022-08-30T13:48:16.292" v="3171" actId="478"/>
          <ac:picMkLst>
            <pc:docMk/>
            <pc:sldMk cId="394130006" sldId="415"/>
            <ac:picMk id="15" creationId="{5C5D24BD-9863-449F-B14F-A2DEA7855FAB}"/>
          </ac:picMkLst>
        </pc:picChg>
        <pc:picChg chg="mod">
          <ac:chgData name="panwanke" userId="2eea59ba-b83b-4a63-b222-cef7f900ec6d" providerId="ADAL" clId="{0B4CFE38-6E00-4E4A-971A-76EBF78284E2}" dt="2022-08-30T13:48:18.740" v="3172" actId="1076"/>
          <ac:picMkLst>
            <pc:docMk/>
            <pc:sldMk cId="394130006" sldId="415"/>
            <ac:picMk id="18" creationId="{40EEBF66-731F-4622-1040-9AC936402B1D}"/>
          </ac:picMkLst>
        </pc:picChg>
        <pc:picChg chg="mod">
          <ac:chgData name="panwanke" userId="2eea59ba-b83b-4a63-b222-cef7f900ec6d" providerId="ADAL" clId="{0B4CFE38-6E00-4E4A-971A-76EBF78284E2}" dt="2022-08-30T13:48:21.017" v="3173" actId="1076"/>
          <ac:picMkLst>
            <pc:docMk/>
            <pc:sldMk cId="394130006" sldId="415"/>
            <ac:picMk id="21" creationId="{F4CFFA57-ADA2-E7C6-A443-0F895D549411}"/>
          </ac:picMkLst>
        </pc:picChg>
      </pc:sldChg>
      <pc:sldChg chg="addSp delSp modSp add mod">
        <pc:chgData name="panwanke" userId="2eea59ba-b83b-4a63-b222-cef7f900ec6d" providerId="ADAL" clId="{0B4CFE38-6E00-4E4A-971A-76EBF78284E2}" dt="2022-08-30T13:51:03.311" v="3192" actId="1076"/>
        <pc:sldMkLst>
          <pc:docMk/>
          <pc:sldMk cId="3213380084" sldId="416"/>
        </pc:sldMkLst>
        <pc:picChg chg="mod">
          <ac:chgData name="panwanke" userId="2eea59ba-b83b-4a63-b222-cef7f900ec6d" providerId="ADAL" clId="{0B4CFE38-6E00-4E4A-971A-76EBF78284E2}" dt="2022-08-30T13:49:36.581" v="3182" actId="1076"/>
          <ac:picMkLst>
            <pc:docMk/>
            <pc:sldMk cId="3213380084" sldId="416"/>
            <ac:picMk id="4" creationId="{F2212D5A-E996-71C9-6EA0-7679EB453689}"/>
          </ac:picMkLst>
        </pc:picChg>
        <pc:picChg chg="add mod">
          <ac:chgData name="panwanke" userId="2eea59ba-b83b-4a63-b222-cef7f900ec6d" providerId="ADAL" clId="{0B4CFE38-6E00-4E4A-971A-76EBF78284E2}" dt="2022-08-30T13:51:03.311" v="3192" actId="1076"/>
          <ac:picMkLst>
            <pc:docMk/>
            <pc:sldMk cId="3213380084" sldId="416"/>
            <ac:picMk id="6" creationId="{3BD2F333-E3CB-92D7-C5B1-1D5C73E9698D}"/>
          </ac:picMkLst>
        </pc:picChg>
        <pc:picChg chg="mod">
          <ac:chgData name="panwanke" userId="2eea59ba-b83b-4a63-b222-cef7f900ec6d" providerId="ADAL" clId="{0B4CFE38-6E00-4E4A-971A-76EBF78284E2}" dt="2022-08-30T13:49:36.581" v="3182" actId="1076"/>
          <ac:picMkLst>
            <pc:docMk/>
            <pc:sldMk cId="3213380084" sldId="416"/>
            <ac:picMk id="7" creationId="{B741A09A-AB48-408A-37E0-3F594B8164FF}"/>
          </ac:picMkLst>
        </pc:picChg>
        <pc:picChg chg="mod">
          <ac:chgData name="panwanke" userId="2eea59ba-b83b-4a63-b222-cef7f900ec6d" providerId="ADAL" clId="{0B4CFE38-6E00-4E4A-971A-76EBF78284E2}" dt="2022-08-30T13:49:36.581" v="3182" actId="1076"/>
          <ac:picMkLst>
            <pc:docMk/>
            <pc:sldMk cId="3213380084" sldId="416"/>
            <ac:picMk id="9" creationId="{6CA73DDD-8867-9800-FB8F-E96A24E69382}"/>
          </ac:picMkLst>
        </pc:picChg>
        <pc:picChg chg="add del mod">
          <ac:chgData name="panwanke" userId="2eea59ba-b83b-4a63-b222-cef7f900ec6d" providerId="ADAL" clId="{0B4CFE38-6E00-4E4A-971A-76EBF78284E2}" dt="2022-08-30T13:50:13.353" v="3187" actId="478"/>
          <ac:picMkLst>
            <pc:docMk/>
            <pc:sldMk cId="3213380084" sldId="416"/>
            <ac:picMk id="10" creationId="{3CC7E4C4-21DA-3B69-65ED-2566D779C4B7}"/>
          </ac:picMkLst>
        </pc:picChg>
        <pc:picChg chg="add mod">
          <ac:chgData name="panwanke" userId="2eea59ba-b83b-4a63-b222-cef7f900ec6d" providerId="ADAL" clId="{0B4CFE38-6E00-4E4A-971A-76EBF78284E2}" dt="2022-08-30T13:51:03.311" v="3192" actId="1076"/>
          <ac:picMkLst>
            <pc:docMk/>
            <pc:sldMk cId="3213380084" sldId="416"/>
            <ac:picMk id="15" creationId="{E71DFE53-E2D6-7E74-88D7-8A31BAAFC3D3}"/>
          </ac:picMkLst>
        </pc:picChg>
      </pc:sldChg>
      <pc:sldChg chg="addSp delSp modSp add mod">
        <pc:chgData name="panwanke" userId="2eea59ba-b83b-4a63-b222-cef7f900ec6d" providerId="ADAL" clId="{0B4CFE38-6E00-4E4A-971A-76EBF78284E2}" dt="2022-08-30T13:52:59.824" v="3222" actId="1076"/>
        <pc:sldMkLst>
          <pc:docMk/>
          <pc:sldMk cId="118860716" sldId="417"/>
        </pc:sldMkLst>
        <pc:picChg chg="mod">
          <ac:chgData name="panwanke" userId="2eea59ba-b83b-4a63-b222-cef7f900ec6d" providerId="ADAL" clId="{0B4CFE38-6E00-4E4A-971A-76EBF78284E2}" dt="2022-08-30T13:52:13.238" v="3206" actId="1076"/>
          <ac:picMkLst>
            <pc:docMk/>
            <pc:sldMk cId="118860716" sldId="417"/>
            <ac:picMk id="4" creationId="{F2212D5A-E996-71C9-6EA0-7679EB453689}"/>
          </ac:picMkLst>
        </pc:picChg>
        <pc:picChg chg="mod">
          <ac:chgData name="panwanke" userId="2eea59ba-b83b-4a63-b222-cef7f900ec6d" providerId="ADAL" clId="{0B4CFE38-6E00-4E4A-971A-76EBF78284E2}" dt="2022-08-30T13:52:20.017" v="3209" actId="1076"/>
          <ac:picMkLst>
            <pc:docMk/>
            <pc:sldMk cId="118860716" sldId="417"/>
            <ac:picMk id="6" creationId="{3BD2F333-E3CB-92D7-C5B1-1D5C73E9698D}"/>
          </ac:picMkLst>
        </pc:picChg>
        <pc:picChg chg="mod">
          <ac:chgData name="panwanke" userId="2eea59ba-b83b-4a63-b222-cef7f900ec6d" providerId="ADAL" clId="{0B4CFE38-6E00-4E4A-971A-76EBF78284E2}" dt="2022-08-30T13:52:05.752" v="3202" actId="1076"/>
          <ac:picMkLst>
            <pc:docMk/>
            <pc:sldMk cId="118860716" sldId="417"/>
            <ac:picMk id="7" creationId="{B741A09A-AB48-408A-37E0-3F594B8164FF}"/>
          </ac:picMkLst>
        </pc:picChg>
        <pc:picChg chg="add del mod">
          <ac:chgData name="panwanke" userId="2eea59ba-b83b-4a63-b222-cef7f900ec6d" providerId="ADAL" clId="{0B4CFE38-6E00-4E4A-971A-76EBF78284E2}" dt="2022-08-30T13:52:33.106" v="3216" actId="478"/>
          <ac:picMkLst>
            <pc:docMk/>
            <pc:sldMk cId="118860716" sldId="417"/>
            <ac:picMk id="8" creationId="{654CDD06-78EC-EF39-F6D0-A177673270BF}"/>
          </ac:picMkLst>
        </pc:picChg>
        <pc:picChg chg="mod">
          <ac:chgData name="panwanke" userId="2eea59ba-b83b-4a63-b222-cef7f900ec6d" providerId="ADAL" clId="{0B4CFE38-6E00-4E4A-971A-76EBF78284E2}" dt="2022-08-30T13:52:07.857" v="3203" actId="1076"/>
          <ac:picMkLst>
            <pc:docMk/>
            <pc:sldMk cId="118860716" sldId="417"/>
            <ac:picMk id="9" creationId="{6CA73DDD-8867-9800-FB8F-E96A24E69382}"/>
          </ac:picMkLst>
        </pc:picChg>
        <pc:picChg chg="add mod">
          <ac:chgData name="panwanke" userId="2eea59ba-b83b-4a63-b222-cef7f900ec6d" providerId="ADAL" clId="{0B4CFE38-6E00-4E4A-971A-76EBF78284E2}" dt="2022-08-30T13:52:44.555" v="3218" actId="1076"/>
          <ac:picMkLst>
            <pc:docMk/>
            <pc:sldMk cId="118860716" sldId="417"/>
            <ac:picMk id="13" creationId="{8CEBE1A0-5F29-5C58-3833-63A9C7EC670A}"/>
          </ac:picMkLst>
        </pc:picChg>
        <pc:picChg chg="mod">
          <ac:chgData name="panwanke" userId="2eea59ba-b83b-4a63-b222-cef7f900ec6d" providerId="ADAL" clId="{0B4CFE38-6E00-4E4A-971A-76EBF78284E2}" dt="2022-08-30T13:52:15.605" v="3207" actId="1076"/>
          <ac:picMkLst>
            <pc:docMk/>
            <pc:sldMk cId="118860716" sldId="417"/>
            <ac:picMk id="15" creationId="{E71DFE53-E2D6-7E74-88D7-8A31BAAFC3D3}"/>
          </ac:picMkLst>
        </pc:picChg>
        <pc:picChg chg="mod">
          <ac:chgData name="panwanke" userId="2eea59ba-b83b-4a63-b222-cef7f900ec6d" providerId="ADAL" clId="{0B4CFE38-6E00-4E4A-971A-76EBF78284E2}" dt="2022-08-30T13:51:52.208" v="3197" actId="1076"/>
          <ac:picMkLst>
            <pc:docMk/>
            <pc:sldMk cId="118860716" sldId="417"/>
            <ac:picMk id="18" creationId="{40EEBF66-731F-4622-1040-9AC936402B1D}"/>
          </ac:picMkLst>
        </pc:picChg>
        <pc:picChg chg="mod">
          <ac:chgData name="panwanke" userId="2eea59ba-b83b-4a63-b222-cef7f900ec6d" providerId="ADAL" clId="{0B4CFE38-6E00-4E4A-971A-76EBF78284E2}" dt="2022-08-30T13:51:55.808" v="3198" actId="1076"/>
          <ac:picMkLst>
            <pc:docMk/>
            <pc:sldMk cId="118860716" sldId="417"/>
            <ac:picMk id="21" creationId="{F4CFFA57-ADA2-E7C6-A443-0F895D549411}"/>
          </ac:picMkLst>
        </pc:picChg>
        <pc:picChg chg="add mod">
          <ac:chgData name="panwanke" userId="2eea59ba-b83b-4a63-b222-cef7f900ec6d" providerId="ADAL" clId="{0B4CFE38-6E00-4E4A-971A-76EBF78284E2}" dt="2022-08-30T13:52:59.824" v="3222" actId="1076"/>
          <ac:picMkLst>
            <pc:docMk/>
            <pc:sldMk cId="118860716" sldId="417"/>
            <ac:picMk id="27650" creationId="{7980CF0C-B4E6-0D39-4319-CB1738179B30}"/>
          </ac:picMkLst>
        </pc:picChg>
      </pc:sldChg>
      <pc:sldChg chg="add del">
        <pc:chgData name="panwanke" userId="2eea59ba-b83b-4a63-b222-cef7f900ec6d" providerId="ADAL" clId="{0B4CFE38-6E00-4E4A-971A-76EBF78284E2}" dt="2022-08-30T13:52:21.648" v="3211"/>
        <pc:sldMkLst>
          <pc:docMk/>
          <pc:sldMk cId="595343025" sldId="418"/>
        </pc:sldMkLst>
      </pc:sldChg>
      <pc:sldChg chg="add del">
        <pc:chgData name="panwanke" userId="2eea59ba-b83b-4a63-b222-cef7f900ec6d" providerId="ADAL" clId="{0B4CFE38-6E00-4E4A-971A-76EBF78284E2}" dt="2022-08-30T13:52:25.872" v="3213"/>
        <pc:sldMkLst>
          <pc:docMk/>
          <pc:sldMk cId="2060829186" sldId="418"/>
        </pc:sldMkLst>
      </pc:sldChg>
      <pc:sldChg chg="add">
        <pc:chgData name="panwanke" userId="2eea59ba-b83b-4a63-b222-cef7f900ec6d" providerId="ADAL" clId="{0B4CFE38-6E00-4E4A-971A-76EBF78284E2}" dt="2022-08-30T13:53:20.174" v="3223"/>
        <pc:sldMkLst>
          <pc:docMk/>
          <pc:sldMk cId="2339095613" sldId="418"/>
        </pc:sldMkLst>
      </pc:sldChg>
      <pc:sldChg chg="addSp delSp modSp add mod">
        <pc:chgData name="panwanke" userId="2eea59ba-b83b-4a63-b222-cef7f900ec6d" providerId="ADAL" clId="{0B4CFE38-6E00-4E4A-971A-76EBF78284E2}" dt="2022-08-30T14:01:04.748" v="3291" actId="478"/>
        <pc:sldMkLst>
          <pc:docMk/>
          <pc:sldMk cId="119413687" sldId="419"/>
        </pc:sldMkLst>
        <pc:spChg chg="add mod">
          <ac:chgData name="panwanke" userId="2eea59ba-b83b-4a63-b222-cef7f900ec6d" providerId="ADAL" clId="{0B4CFE38-6E00-4E4A-971A-76EBF78284E2}" dt="2022-08-30T13:55:47.827" v="3243" actId="14100"/>
          <ac:spMkLst>
            <pc:docMk/>
            <pc:sldMk cId="119413687" sldId="419"/>
            <ac:spMk id="17" creationId="{C49E6276-ADC1-0ADD-FA82-249C1ED5CA72}"/>
          </ac:spMkLst>
        </pc:spChg>
        <pc:spChg chg="add mod">
          <ac:chgData name="panwanke" userId="2eea59ba-b83b-4a63-b222-cef7f900ec6d" providerId="ADAL" clId="{0B4CFE38-6E00-4E4A-971A-76EBF78284E2}" dt="2022-08-30T13:59:14.954" v="3277" actId="1076"/>
          <ac:spMkLst>
            <pc:docMk/>
            <pc:sldMk cId="119413687" sldId="419"/>
            <ac:spMk id="26" creationId="{C0E5881F-CF98-185B-FD30-B30E4E5F251C}"/>
          </ac:spMkLst>
        </pc:spChg>
        <pc:picChg chg="del">
          <ac:chgData name="panwanke" userId="2eea59ba-b83b-4a63-b222-cef7f900ec6d" providerId="ADAL" clId="{0B4CFE38-6E00-4E4A-971A-76EBF78284E2}" dt="2022-08-30T13:54:55.877" v="3227" actId="478"/>
          <ac:picMkLst>
            <pc:docMk/>
            <pc:sldMk cId="119413687" sldId="419"/>
            <ac:picMk id="4" creationId="{F2212D5A-E996-71C9-6EA0-7679EB453689}"/>
          </ac:picMkLst>
        </pc:picChg>
        <pc:picChg chg="del">
          <ac:chgData name="panwanke" userId="2eea59ba-b83b-4a63-b222-cef7f900ec6d" providerId="ADAL" clId="{0B4CFE38-6E00-4E4A-971A-76EBF78284E2}" dt="2022-08-30T13:54:54.652" v="3225" actId="478"/>
          <ac:picMkLst>
            <pc:docMk/>
            <pc:sldMk cId="119413687" sldId="419"/>
            <ac:picMk id="6" creationId="{3BD2F333-E3CB-92D7-C5B1-1D5C73E9698D}"/>
          </ac:picMkLst>
        </pc:picChg>
        <pc:picChg chg="del">
          <ac:chgData name="panwanke" userId="2eea59ba-b83b-4a63-b222-cef7f900ec6d" providerId="ADAL" clId="{0B4CFE38-6E00-4E4A-971A-76EBF78284E2}" dt="2022-08-30T13:54:58.166" v="3231" actId="478"/>
          <ac:picMkLst>
            <pc:docMk/>
            <pc:sldMk cId="119413687" sldId="419"/>
            <ac:picMk id="7" creationId="{B741A09A-AB48-408A-37E0-3F594B8164FF}"/>
          </ac:picMkLst>
        </pc:picChg>
        <pc:picChg chg="add del">
          <ac:chgData name="panwanke" userId="2eea59ba-b83b-4a63-b222-cef7f900ec6d" providerId="ADAL" clId="{0B4CFE38-6E00-4E4A-971A-76EBF78284E2}" dt="2022-08-30T13:55:20.876" v="3238" actId="478"/>
          <ac:picMkLst>
            <pc:docMk/>
            <pc:sldMk cId="119413687" sldId="419"/>
            <ac:picMk id="8" creationId="{A24C56B6-109E-974C-FD2C-A0BBEDAC652E}"/>
          </ac:picMkLst>
        </pc:picChg>
        <pc:picChg chg="del">
          <ac:chgData name="panwanke" userId="2eea59ba-b83b-4a63-b222-cef7f900ec6d" providerId="ADAL" clId="{0B4CFE38-6E00-4E4A-971A-76EBF78284E2}" dt="2022-08-30T13:54:56.240" v="3228" actId="478"/>
          <ac:picMkLst>
            <pc:docMk/>
            <pc:sldMk cId="119413687" sldId="419"/>
            <ac:picMk id="9" creationId="{6CA73DDD-8867-9800-FB8F-E96A24E69382}"/>
          </ac:picMkLst>
        </pc:picChg>
        <pc:picChg chg="del">
          <ac:chgData name="panwanke" userId="2eea59ba-b83b-4a63-b222-cef7f900ec6d" providerId="ADAL" clId="{0B4CFE38-6E00-4E4A-971A-76EBF78284E2}" dt="2022-08-30T13:54:59.371" v="3232" actId="478"/>
          <ac:picMkLst>
            <pc:docMk/>
            <pc:sldMk cId="119413687" sldId="419"/>
            <ac:picMk id="13" creationId="{8CEBE1A0-5F29-5C58-3833-63A9C7EC670A}"/>
          </ac:picMkLst>
        </pc:picChg>
        <pc:picChg chg="del">
          <ac:chgData name="panwanke" userId="2eea59ba-b83b-4a63-b222-cef7f900ec6d" providerId="ADAL" clId="{0B4CFE38-6E00-4E4A-971A-76EBF78284E2}" dt="2022-08-30T13:54:55.224" v="3226" actId="478"/>
          <ac:picMkLst>
            <pc:docMk/>
            <pc:sldMk cId="119413687" sldId="419"/>
            <ac:picMk id="15" creationId="{E71DFE53-E2D6-7E74-88D7-8A31BAAFC3D3}"/>
          </ac:picMkLst>
        </pc:picChg>
        <pc:picChg chg="del">
          <ac:chgData name="panwanke" userId="2eea59ba-b83b-4a63-b222-cef7f900ec6d" providerId="ADAL" clId="{0B4CFE38-6E00-4E4A-971A-76EBF78284E2}" dt="2022-08-30T13:54:57.589" v="3230" actId="478"/>
          <ac:picMkLst>
            <pc:docMk/>
            <pc:sldMk cId="119413687" sldId="419"/>
            <ac:picMk id="18" creationId="{40EEBF66-731F-4622-1040-9AC936402B1D}"/>
          </ac:picMkLst>
        </pc:picChg>
        <pc:picChg chg="del">
          <ac:chgData name="panwanke" userId="2eea59ba-b83b-4a63-b222-cef7f900ec6d" providerId="ADAL" clId="{0B4CFE38-6E00-4E4A-971A-76EBF78284E2}" dt="2022-08-30T13:54:56.920" v="3229" actId="478"/>
          <ac:picMkLst>
            <pc:docMk/>
            <pc:sldMk cId="119413687" sldId="419"/>
            <ac:picMk id="21" creationId="{F4CFFA57-ADA2-E7C6-A443-0F895D549411}"/>
          </ac:picMkLst>
        </pc:picChg>
        <pc:picChg chg="add del mod">
          <ac:chgData name="panwanke" userId="2eea59ba-b83b-4a63-b222-cef7f900ec6d" providerId="ADAL" clId="{0B4CFE38-6E00-4E4A-971A-76EBF78284E2}" dt="2022-08-30T14:01:04.748" v="3291" actId="478"/>
          <ac:picMkLst>
            <pc:docMk/>
            <pc:sldMk cId="119413687" sldId="419"/>
            <ac:picMk id="28" creationId="{B6C46AA8-66AE-7155-4C28-DDE8DAC7B747}"/>
          </ac:picMkLst>
        </pc:picChg>
        <pc:picChg chg="mod">
          <ac:chgData name="panwanke" userId="2eea59ba-b83b-4a63-b222-cef7f900ec6d" providerId="ADAL" clId="{0B4CFE38-6E00-4E4A-971A-76EBF78284E2}" dt="2022-08-30T13:55:01.270" v="3233" actId="1076"/>
          <ac:picMkLst>
            <pc:docMk/>
            <pc:sldMk cId="119413687" sldId="419"/>
            <ac:picMk id="27650" creationId="{7980CF0C-B4E6-0D39-4319-CB1738179B30}"/>
          </ac:picMkLst>
        </pc:picChg>
        <pc:picChg chg="add mod">
          <ac:chgData name="panwanke" userId="2eea59ba-b83b-4a63-b222-cef7f900ec6d" providerId="ADAL" clId="{0B4CFE38-6E00-4E4A-971A-76EBF78284E2}" dt="2022-08-30T13:55:08.736" v="3236" actId="1076"/>
          <ac:picMkLst>
            <pc:docMk/>
            <pc:sldMk cId="119413687" sldId="419"/>
            <ac:picMk id="40962" creationId="{D850B512-8BE4-2F7D-943D-24611B7B1622}"/>
          </ac:picMkLst>
        </pc:picChg>
        <pc:cxnChg chg="add mod">
          <ac:chgData name="panwanke" userId="2eea59ba-b83b-4a63-b222-cef7f900ec6d" providerId="ADAL" clId="{0B4CFE38-6E00-4E4A-971A-76EBF78284E2}" dt="2022-08-30T13:56:27.070" v="3251" actId="14100"/>
          <ac:cxnSpMkLst>
            <pc:docMk/>
            <pc:sldMk cId="119413687" sldId="419"/>
            <ac:cxnSpMk id="20" creationId="{8E3BCD9B-DA72-6D52-80D0-8BD461F6F320}"/>
          </ac:cxnSpMkLst>
        </pc:cxnChg>
      </pc:sldChg>
      <pc:sldChg chg="addSp delSp modSp add mod">
        <pc:chgData name="panwanke" userId="2eea59ba-b83b-4a63-b222-cef7f900ec6d" providerId="ADAL" clId="{0B4CFE38-6E00-4E4A-971A-76EBF78284E2}" dt="2022-08-30T14:03:59.933" v="3310" actId="1076"/>
        <pc:sldMkLst>
          <pc:docMk/>
          <pc:sldMk cId="2156332200" sldId="420"/>
        </pc:sldMkLst>
        <pc:spChg chg="del">
          <ac:chgData name="panwanke" userId="2eea59ba-b83b-4a63-b222-cef7f900ec6d" providerId="ADAL" clId="{0B4CFE38-6E00-4E4A-971A-76EBF78284E2}" dt="2022-08-30T14:00:04.161" v="3281" actId="478"/>
          <ac:spMkLst>
            <pc:docMk/>
            <pc:sldMk cId="2156332200" sldId="420"/>
            <ac:spMk id="17" creationId="{C49E6276-ADC1-0ADD-FA82-249C1ED5CA72}"/>
          </ac:spMkLst>
        </pc:spChg>
        <pc:spChg chg="del mod">
          <ac:chgData name="panwanke" userId="2eea59ba-b83b-4a63-b222-cef7f900ec6d" providerId="ADAL" clId="{0B4CFE38-6E00-4E4A-971A-76EBF78284E2}" dt="2022-08-30T14:00:06.689" v="3283" actId="478"/>
          <ac:spMkLst>
            <pc:docMk/>
            <pc:sldMk cId="2156332200" sldId="420"/>
            <ac:spMk id="26" creationId="{C0E5881F-CF98-185B-FD30-B30E4E5F251C}"/>
          </ac:spMkLst>
        </pc:spChg>
        <pc:picChg chg="add mod">
          <ac:chgData name="panwanke" userId="2eea59ba-b83b-4a63-b222-cef7f900ec6d" providerId="ADAL" clId="{0B4CFE38-6E00-4E4A-971A-76EBF78284E2}" dt="2022-08-30T14:03:36.994" v="3308" actId="1076"/>
          <ac:picMkLst>
            <pc:docMk/>
            <pc:sldMk cId="2156332200" sldId="420"/>
            <ac:picMk id="4" creationId="{FF28086E-97F0-218C-9FD7-CE51B1249B4E}"/>
          </ac:picMkLst>
        </pc:picChg>
        <pc:picChg chg="add mod">
          <ac:chgData name="panwanke" userId="2eea59ba-b83b-4a63-b222-cef7f900ec6d" providerId="ADAL" clId="{0B4CFE38-6E00-4E4A-971A-76EBF78284E2}" dt="2022-08-30T14:03:36.994" v="3308" actId="1076"/>
          <ac:picMkLst>
            <pc:docMk/>
            <pc:sldMk cId="2156332200" sldId="420"/>
            <ac:picMk id="7" creationId="{6DDDF9BD-6299-53D0-8087-F14182B78D33}"/>
          </ac:picMkLst>
        </pc:picChg>
        <pc:picChg chg="add mod">
          <ac:chgData name="panwanke" userId="2eea59ba-b83b-4a63-b222-cef7f900ec6d" providerId="ADAL" clId="{0B4CFE38-6E00-4E4A-971A-76EBF78284E2}" dt="2022-08-30T14:03:36.994" v="3308" actId="1076"/>
          <ac:picMkLst>
            <pc:docMk/>
            <pc:sldMk cId="2156332200" sldId="420"/>
            <ac:picMk id="9" creationId="{F324758C-896F-7592-1A57-A1EA775A36A7}"/>
          </ac:picMkLst>
        </pc:picChg>
        <pc:picChg chg="add mod">
          <ac:chgData name="panwanke" userId="2eea59ba-b83b-4a63-b222-cef7f900ec6d" providerId="ADAL" clId="{0B4CFE38-6E00-4E4A-971A-76EBF78284E2}" dt="2022-08-30T14:03:59.933" v="3310" actId="1076"/>
          <ac:picMkLst>
            <pc:docMk/>
            <pc:sldMk cId="2156332200" sldId="420"/>
            <ac:picMk id="27" creationId="{030B2187-CED6-376B-9839-D5CED011FF18}"/>
          </ac:picMkLst>
        </pc:picChg>
        <pc:picChg chg="del">
          <ac:chgData name="panwanke" userId="2eea59ba-b83b-4a63-b222-cef7f900ec6d" providerId="ADAL" clId="{0B4CFE38-6E00-4E4A-971A-76EBF78284E2}" dt="2022-08-30T14:00:02.696" v="3280" actId="478"/>
          <ac:picMkLst>
            <pc:docMk/>
            <pc:sldMk cId="2156332200" sldId="420"/>
            <ac:picMk id="27650" creationId="{7980CF0C-B4E6-0D39-4319-CB1738179B30}"/>
          </ac:picMkLst>
        </pc:picChg>
        <pc:picChg chg="del">
          <ac:chgData name="panwanke" userId="2eea59ba-b83b-4a63-b222-cef7f900ec6d" providerId="ADAL" clId="{0B4CFE38-6E00-4E4A-971A-76EBF78284E2}" dt="2022-08-30T14:00:01.489" v="3279" actId="478"/>
          <ac:picMkLst>
            <pc:docMk/>
            <pc:sldMk cId="2156332200" sldId="420"/>
            <ac:picMk id="40962" creationId="{D850B512-8BE4-2F7D-943D-24611B7B1622}"/>
          </ac:picMkLst>
        </pc:picChg>
        <pc:cxnChg chg="add mod">
          <ac:chgData name="panwanke" userId="2eea59ba-b83b-4a63-b222-cef7f900ec6d" providerId="ADAL" clId="{0B4CFE38-6E00-4E4A-971A-76EBF78284E2}" dt="2022-08-30T14:03:36.994" v="3308" actId="1076"/>
          <ac:cxnSpMkLst>
            <pc:docMk/>
            <pc:sldMk cId="2156332200" sldId="420"/>
            <ac:cxnSpMk id="13" creationId="{53C81A9F-0F4D-B0D8-82BD-67FEB64EFDAF}"/>
          </ac:cxnSpMkLst>
        </pc:cxnChg>
        <pc:cxnChg chg="del">
          <ac:chgData name="panwanke" userId="2eea59ba-b83b-4a63-b222-cef7f900ec6d" providerId="ADAL" clId="{0B4CFE38-6E00-4E4A-971A-76EBF78284E2}" dt="2022-08-30T14:00:07.385" v="3284" actId="478"/>
          <ac:cxnSpMkLst>
            <pc:docMk/>
            <pc:sldMk cId="2156332200" sldId="420"/>
            <ac:cxnSpMk id="20" creationId="{8E3BCD9B-DA72-6D52-80D0-8BD461F6F320}"/>
          </ac:cxnSpMkLst>
        </pc:cxnChg>
        <pc:cxnChg chg="add mod">
          <ac:chgData name="panwanke" userId="2eea59ba-b83b-4a63-b222-cef7f900ec6d" providerId="ADAL" clId="{0B4CFE38-6E00-4E4A-971A-76EBF78284E2}" dt="2022-08-30T14:03:36.994" v="3308" actId="1076"/>
          <ac:cxnSpMkLst>
            <pc:docMk/>
            <pc:sldMk cId="2156332200" sldId="420"/>
            <ac:cxnSpMk id="21" creationId="{2FC133C8-8FD5-0BBD-70D4-B0E5328173F5}"/>
          </ac:cxnSpMkLst>
        </pc:cxnChg>
      </pc:sldChg>
      <pc:sldChg chg="add">
        <pc:chgData name="panwanke" userId="2eea59ba-b83b-4a63-b222-cef7f900ec6d" providerId="ADAL" clId="{0B4CFE38-6E00-4E4A-971A-76EBF78284E2}" dt="2022-08-30T14:01:03.072" v="3290"/>
        <pc:sldMkLst>
          <pc:docMk/>
          <pc:sldMk cId="1909629575" sldId="421"/>
        </pc:sldMkLst>
      </pc:sldChg>
      <pc:sldChg chg="addSp delSp modSp add mod">
        <pc:chgData name="panwanke" userId="2eea59ba-b83b-4a63-b222-cef7f900ec6d" providerId="ADAL" clId="{0B4CFE38-6E00-4E4A-971A-76EBF78284E2}" dt="2022-08-30T14:14:39.867" v="3366" actId="1076"/>
        <pc:sldMkLst>
          <pc:docMk/>
          <pc:sldMk cId="2643985059" sldId="422"/>
        </pc:sldMkLst>
        <pc:spChg chg="mod">
          <ac:chgData name="panwanke" userId="2eea59ba-b83b-4a63-b222-cef7f900ec6d" providerId="ADAL" clId="{0B4CFE38-6E00-4E4A-971A-76EBF78284E2}" dt="2022-08-30T14:05:47.108" v="3318" actId="20577"/>
          <ac:spMkLst>
            <pc:docMk/>
            <pc:sldMk cId="2643985059" sldId="422"/>
            <ac:spMk id="11" creationId="{30F87091-133D-DADE-F14C-D708A91420A6}"/>
          </ac:spMkLst>
        </pc:spChg>
        <pc:grpChg chg="add mod">
          <ac:chgData name="panwanke" userId="2eea59ba-b83b-4a63-b222-cef7f900ec6d" providerId="ADAL" clId="{0B4CFE38-6E00-4E4A-971A-76EBF78284E2}" dt="2022-08-30T14:07:24.395" v="3346" actId="1076"/>
          <ac:grpSpMkLst>
            <pc:docMk/>
            <pc:sldMk cId="2643985059" sldId="422"/>
            <ac:grpSpMk id="18" creationId="{2944FECA-5A3A-8E4C-7E52-A2DF126642ED}"/>
          </ac:grpSpMkLst>
        </pc:grpChg>
        <pc:picChg chg="del">
          <ac:chgData name="panwanke" userId="2eea59ba-b83b-4a63-b222-cef7f900ec6d" providerId="ADAL" clId="{0B4CFE38-6E00-4E4A-971A-76EBF78284E2}" dt="2022-08-30T14:05:50.050" v="3320" actId="478"/>
          <ac:picMkLst>
            <pc:docMk/>
            <pc:sldMk cId="2643985059" sldId="422"/>
            <ac:picMk id="4" creationId="{FF28086E-97F0-218C-9FD7-CE51B1249B4E}"/>
          </ac:picMkLst>
        </pc:picChg>
        <pc:picChg chg="add mod">
          <ac:chgData name="panwanke" userId="2eea59ba-b83b-4a63-b222-cef7f900ec6d" providerId="ADAL" clId="{0B4CFE38-6E00-4E4A-971A-76EBF78284E2}" dt="2022-08-30T14:06:56.407" v="3335" actId="1076"/>
          <ac:picMkLst>
            <pc:docMk/>
            <pc:sldMk cId="2643985059" sldId="422"/>
            <ac:picMk id="6" creationId="{413DD523-20AA-54A9-3F57-332731262D9B}"/>
          </ac:picMkLst>
        </pc:picChg>
        <pc:picChg chg="del">
          <ac:chgData name="panwanke" userId="2eea59ba-b83b-4a63-b222-cef7f900ec6d" providerId="ADAL" clId="{0B4CFE38-6E00-4E4A-971A-76EBF78284E2}" dt="2022-08-30T14:05:51.089" v="3322" actId="478"/>
          <ac:picMkLst>
            <pc:docMk/>
            <pc:sldMk cId="2643985059" sldId="422"/>
            <ac:picMk id="7" creationId="{6DDDF9BD-6299-53D0-8087-F14182B78D33}"/>
          </ac:picMkLst>
        </pc:picChg>
        <pc:picChg chg="del">
          <ac:chgData name="panwanke" userId="2eea59ba-b83b-4a63-b222-cef7f900ec6d" providerId="ADAL" clId="{0B4CFE38-6E00-4E4A-971A-76EBF78284E2}" dt="2022-08-30T14:05:52.186" v="3324" actId="478"/>
          <ac:picMkLst>
            <pc:docMk/>
            <pc:sldMk cId="2643985059" sldId="422"/>
            <ac:picMk id="9" creationId="{F324758C-896F-7592-1A57-A1EA775A36A7}"/>
          </ac:picMkLst>
        </pc:picChg>
        <pc:picChg chg="add mod">
          <ac:chgData name="panwanke" userId="2eea59ba-b83b-4a63-b222-cef7f900ec6d" providerId="ADAL" clId="{0B4CFE38-6E00-4E4A-971A-76EBF78284E2}" dt="2022-08-30T14:07:05.931" v="3340" actId="1038"/>
          <ac:picMkLst>
            <pc:docMk/>
            <pc:sldMk cId="2643985059" sldId="422"/>
            <ac:picMk id="10" creationId="{2C57EF7E-932D-3494-FF1B-9CBD3F41756B}"/>
          </ac:picMkLst>
        </pc:picChg>
        <pc:picChg chg="add mod">
          <ac:chgData name="panwanke" userId="2eea59ba-b83b-4a63-b222-cef7f900ec6d" providerId="ADAL" clId="{0B4CFE38-6E00-4E4A-971A-76EBF78284E2}" dt="2022-08-30T14:07:13.585" v="3342" actId="14100"/>
          <ac:picMkLst>
            <pc:docMk/>
            <pc:sldMk cId="2643985059" sldId="422"/>
            <ac:picMk id="17" creationId="{858B9C11-F88A-6DEF-35A5-B8DC70144484}"/>
          </ac:picMkLst>
        </pc:picChg>
        <pc:picChg chg="add del mod">
          <ac:chgData name="panwanke" userId="2eea59ba-b83b-4a63-b222-cef7f900ec6d" providerId="ADAL" clId="{0B4CFE38-6E00-4E4A-971A-76EBF78284E2}" dt="2022-08-30T14:11:08.267" v="3349" actId="478"/>
          <ac:picMkLst>
            <pc:docMk/>
            <pc:sldMk cId="2643985059" sldId="422"/>
            <ac:picMk id="20" creationId="{E4BDC349-FED6-8339-22AD-36ED6FF8E666}"/>
          </ac:picMkLst>
        </pc:picChg>
        <pc:picChg chg="add mod">
          <ac:chgData name="panwanke" userId="2eea59ba-b83b-4a63-b222-cef7f900ec6d" providerId="ADAL" clId="{0B4CFE38-6E00-4E4A-971A-76EBF78284E2}" dt="2022-08-30T14:14:36.872" v="3364" actId="1076"/>
          <ac:picMkLst>
            <pc:docMk/>
            <pc:sldMk cId="2643985059" sldId="422"/>
            <ac:picMk id="23" creationId="{50B17BD1-762B-4C7C-67E2-ED7F7B0F0433}"/>
          </ac:picMkLst>
        </pc:picChg>
        <pc:picChg chg="add mod">
          <ac:chgData name="panwanke" userId="2eea59ba-b83b-4a63-b222-cef7f900ec6d" providerId="ADAL" clId="{0B4CFE38-6E00-4E4A-971A-76EBF78284E2}" dt="2022-08-30T14:14:38.369" v="3365" actId="1076"/>
          <ac:picMkLst>
            <pc:docMk/>
            <pc:sldMk cId="2643985059" sldId="422"/>
            <ac:picMk id="25" creationId="{24055BEA-06DD-B56A-783B-D178E3DF5C42}"/>
          </ac:picMkLst>
        </pc:picChg>
        <pc:picChg chg="del">
          <ac:chgData name="panwanke" userId="2eea59ba-b83b-4a63-b222-cef7f900ec6d" providerId="ADAL" clId="{0B4CFE38-6E00-4E4A-971A-76EBF78284E2}" dt="2022-08-30T14:05:48.834" v="3319" actId="478"/>
          <ac:picMkLst>
            <pc:docMk/>
            <pc:sldMk cId="2643985059" sldId="422"/>
            <ac:picMk id="27" creationId="{030B2187-CED6-376B-9839-D5CED011FF18}"/>
          </ac:picMkLst>
        </pc:picChg>
        <pc:picChg chg="add mod">
          <ac:chgData name="panwanke" userId="2eea59ba-b83b-4a63-b222-cef7f900ec6d" providerId="ADAL" clId="{0B4CFE38-6E00-4E4A-971A-76EBF78284E2}" dt="2022-08-30T14:14:39.867" v="3366" actId="1076"/>
          <ac:picMkLst>
            <pc:docMk/>
            <pc:sldMk cId="2643985059" sldId="422"/>
            <ac:picMk id="28" creationId="{8F1F40BB-D777-9128-4E0B-4722C05F9414}"/>
          </ac:picMkLst>
        </pc:picChg>
        <pc:cxnChg chg="del mod">
          <ac:chgData name="panwanke" userId="2eea59ba-b83b-4a63-b222-cef7f900ec6d" providerId="ADAL" clId="{0B4CFE38-6E00-4E4A-971A-76EBF78284E2}" dt="2022-08-30T14:05:50.374" v="3321" actId="478"/>
          <ac:cxnSpMkLst>
            <pc:docMk/>
            <pc:sldMk cId="2643985059" sldId="422"/>
            <ac:cxnSpMk id="13" creationId="{53C81A9F-0F4D-B0D8-82BD-67FEB64EFDAF}"/>
          </ac:cxnSpMkLst>
        </pc:cxnChg>
        <pc:cxnChg chg="del mod">
          <ac:chgData name="panwanke" userId="2eea59ba-b83b-4a63-b222-cef7f900ec6d" providerId="ADAL" clId="{0B4CFE38-6E00-4E4A-971A-76EBF78284E2}" dt="2022-08-30T14:05:52.040" v="3323" actId="478"/>
          <ac:cxnSpMkLst>
            <pc:docMk/>
            <pc:sldMk cId="2643985059" sldId="422"/>
            <ac:cxnSpMk id="21" creationId="{2FC133C8-8FD5-0BBD-70D4-B0E5328173F5}"/>
          </ac:cxnSpMkLst>
        </pc:cxnChg>
      </pc:sldChg>
      <pc:sldChg chg="add">
        <pc:chgData name="panwanke" userId="2eea59ba-b83b-4a63-b222-cef7f900ec6d" providerId="ADAL" clId="{0B4CFE38-6E00-4E4A-971A-76EBF78284E2}" dt="2022-09-05T01:20:17.282" v="3382"/>
        <pc:sldMkLst>
          <pc:docMk/>
          <pc:sldMk cId="2322007687" sldId="423"/>
        </pc:sldMkLst>
      </pc:sldChg>
      <pc:sldChg chg="add ord">
        <pc:chgData name="panwanke" userId="2eea59ba-b83b-4a63-b222-cef7f900ec6d" providerId="ADAL" clId="{0B4CFE38-6E00-4E4A-971A-76EBF78284E2}" dt="2022-09-05T01:21:18.449" v="3414"/>
        <pc:sldMkLst>
          <pc:docMk/>
          <pc:sldMk cId="1437064914" sldId="424"/>
        </pc:sldMkLst>
      </pc:sldChg>
      <pc:sldChg chg="addSp delSp modSp add mod">
        <pc:chgData name="panwanke" userId="2eea59ba-b83b-4a63-b222-cef7f900ec6d" providerId="ADAL" clId="{0B4CFE38-6E00-4E4A-971A-76EBF78284E2}" dt="2022-09-05T02:01:49.533" v="3693" actId="1076"/>
        <pc:sldMkLst>
          <pc:docMk/>
          <pc:sldMk cId="3321125309" sldId="425"/>
        </pc:sldMkLst>
        <pc:spChg chg="add mod">
          <ac:chgData name="panwanke" userId="2eea59ba-b83b-4a63-b222-cef7f900ec6d" providerId="ADAL" clId="{0B4CFE38-6E00-4E4A-971A-76EBF78284E2}" dt="2022-09-05T02:01:49.533" v="3693" actId="1076"/>
          <ac:spMkLst>
            <pc:docMk/>
            <pc:sldMk cId="3321125309" sldId="425"/>
            <ac:spMk id="4" creationId="{5768134E-E76D-84F1-29D1-897E762E879A}"/>
          </ac:spMkLst>
        </pc:spChg>
        <pc:spChg chg="mod">
          <ac:chgData name="panwanke" userId="2eea59ba-b83b-4a63-b222-cef7f900ec6d" providerId="ADAL" clId="{0B4CFE38-6E00-4E4A-971A-76EBF78284E2}" dt="2022-09-05T01:57:38.348" v="3448" actId="313"/>
          <ac:spMkLst>
            <pc:docMk/>
            <pc:sldMk cId="3321125309" sldId="425"/>
            <ac:spMk id="11" creationId="{30F87091-133D-DADE-F14C-D708A91420A6}"/>
          </ac:spMkLst>
        </pc:spChg>
        <pc:spChg chg="add del">
          <ac:chgData name="panwanke" userId="2eea59ba-b83b-4a63-b222-cef7f900ec6d" providerId="ADAL" clId="{0B4CFE38-6E00-4E4A-971A-76EBF78284E2}" dt="2022-09-05T01:57:22.816" v="3423" actId="478"/>
          <ac:spMkLst>
            <pc:docMk/>
            <pc:sldMk cId="3321125309" sldId="425"/>
            <ac:spMk id="21" creationId="{13803291-1EC0-E55B-0DF7-CE1171B9C12B}"/>
          </ac:spMkLst>
        </pc:spChg>
        <pc:spChg chg="del">
          <ac:chgData name="panwanke" userId="2eea59ba-b83b-4a63-b222-cef7f900ec6d" providerId="ADAL" clId="{0B4CFE38-6E00-4E4A-971A-76EBF78284E2}" dt="2022-09-05T01:57:26.145" v="3426" actId="478"/>
          <ac:spMkLst>
            <pc:docMk/>
            <pc:sldMk cId="3321125309" sldId="425"/>
            <ac:spMk id="29" creationId="{D307CCDC-3846-ABB1-8120-DC38219214F7}"/>
          </ac:spMkLst>
        </pc:spChg>
        <pc:grpChg chg="del">
          <ac:chgData name="panwanke" userId="2eea59ba-b83b-4a63-b222-cef7f900ec6d" providerId="ADAL" clId="{0B4CFE38-6E00-4E4A-971A-76EBF78284E2}" dt="2022-09-05T01:57:24.495" v="3424" actId="478"/>
          <ac:grpSpMkLst>
            <pc:docMk/>
            <pc:sldMk cId="3321125309" sldId="425"/>
            <ac:grpSpMk id="18" creationId="{43BA73E7-E3EE-82DA-1631-5595F5A18217}"/>
          </ac:grpSpMkLst>
        </pc:grpChg>
        <pc:picChg chg="del">
          <ac:chgData name="panwanke" userId="2eea59ba-b83b-4a63-b222-cef7f900ec6d" providerId="ADAL" clId="{0B4CFE38-6E00-4E4A-971A-76EBF78284E2}" dt="2022-09-05T01:57:19.055" v="3420" actId="478"/>
          <ac:picMkLst>
            <pc:docMk/>
            <pc:sldMk cId="3321125309" sldId="425"/>
            <ac:picMk id="6" creationId="{D49E9747-4B24-BF0F-68F6-92DDCC4C6B63}"/>
          </ac:picMkLst>
        </pc:picChg>
        <pc:picChg chg="del">
          <ac:chgData name="panwanke" userId="2eea59ba-b83b-4a63-b222-cef7f900ec6d" providerId="ADAL" clId="{0B4CFE38-6E00-4E4A-971A-76EBF78284E2}" dt="2022-09-05T01:57:19.318" v="3421" actId="478"/>
          <ac:picMkLst>
            <pc:docMk/>
            <pc:sldMk cId="3321125309" sldId="425"/>
            <ac:picMk id="15" creationId="{7FB7A137-11D5-1AA2-0641-42E456A92ED7}"/>
          </ac:picMkLst>
        </pc:picChg>
        <pc:cxnChg chg="mod">
          <ac:chgData name="panwanke" userId="2eea59ba-b83b-4a63-b222-cef7f900ec6d" providerId="ADAL" clId="{0B4CFE38-6E00-4E4A-971A-76EBF78284E2}" dt="2022-09-05T01:57:24.495" v="3424" actId="478"/>
          <ac:cxnSpMkLst>
            <pc:docMk/>
            <pc:sldMk cId="3321125309" sldId="425"/>
            <ac:cxnSpMk id="22" creationId="{A2D09A5F-53FD-4820-D63C-E23B2D21DE04}"/>
          </ac:cxnSpMkLst>
        </pc:cxnChg>
        <pc:cxnChg chg="mod">
          <ac:chgData name="panwanke" userId="2eea59ba-b83b-4a63-b222-cef7f900ec6d" providerId="ADAL" clId="{0B4CFE38-6E00-4E4A-971A-76EBF78284E2}" dt="2022-09-05T01:57:24.495" v="3424" actId="478"/>
          <ac:cxnSpMkLst>
            <pc:docMk/>
            <pc:sldMk cId="3321125309" sldId="425"/>
            <ac:cxnSpMk id="23" creationId="{1DC3B693-7910-328A-76E5-789747FEB2A2}"/>
          </ac:cxnSpMkLst>
        </pc:cxnChg>
        <pc:cxnChg chg="del mod">
          <ac:chgData name="panwanke" userId="2eea59ba-b83b-4a63-b222-cef7f900ec6d" providerId="ADAL" clId="{0B4CFE38-6E00-4E4A-971A-76EBF78284E2}" dt="2022-09-05T01:57:25.305" v="3425" actId="478"/>
          <ac:cxnSpMkLst>
            <pc:docMk/>
            <pc:sldMk cId="3321125309" sldId="425"/>
            <ac:cxnSpMk id="31" creationId="{D24A53B8-DD42-02B4-90A9-82BD35C4335E}"/>
          </ac:cxnSpMkLst>
        </pc:cxnChg>
      </pc:sldChg>
      <pc:sldChg chg="add">
        <pc:chgData name="panwanke" userId="2eea59ba-b83b-4a63-b222-cef7f900ec6d" providerId="ADAL" clId="{0B4CFE38-6E00-4E4A-971A-76EBF78284E2}" dt="2022-09-05T02:08:03.113" v="3712"/>
        <pc:sldMkLst>
          <pc:docMk/>
          <pc:sldMk cId="2757314905" sldId="426"/>
        </pc:sldMkLst>
      </pc:sldChg>
      <pc:sldChg chg="addSp delSp modSp add mod ord">
        <pc:chgData name="panwanke" userId="2eea59ba-b83b-4a63-b222-cef7f900ec6d" providerId="ADAL" clId="{0B4CFE38-6E00-4E4A-971A-76EBF78284E2}" dt="2022-09-05T02:21:27.301" v="3945" actId="1076"/>
        <pc:sldMkLst>
          <pc:docMk/>
          <pc:sldMk cId="719430088" sldId="427"/>
        </pc:sldMkLst>
        <pc:spChg chg="mod">
          <ac:chgData name="panwanke" userId="2eea59ba-b83b-4a63-b222-cef7f900ec6d" providerId="ADAL" clId="{0B4CFE38-6E00-4E4A-971A-76EBF78284E2}" dt="2022-09-05T02:18:24.820" v="3801" actId="14100"/>
          <ac:spMkLst>
            <pc:docMk/>
            <pc:sldMk cId="719430088" sldId="427"/>
            <ac:spMk id="11" creationId="{30F87091-133D-DADE-F14C-D708A91420A6}"/>
          </ac:spMkLst>
        </pc:spChg>
        <pc:spChg chg="mod">
          <ac:chgData name="panwanke" userId="2eea59ba-b83b-4a63-b222-cef7f900ec6d" providerId="ADAL" clId="{0B4CFE38-6E00-4E4A-971A-76EBF78284E2}" dt="2022-09-05T02:21:27.301" v="3945" actId="1076"/>
          <ac:spMkLst>
            <pc:docMk/>
            <pc:sldMk cId="719430088" sldId="427"/>
            <ac:spMk id="17" creationId="{F18D6AE3-6F30-7BA0-B967-208A8AFCFC4C}"/>
          </ac:spMkLst>
        </pc:spChg>
        <pc:picChg chg="del">
          <ac:chgData name="panwanke" userId="2eea59ba-b83b-4a63-b222-cef7f900ec6d" providerId="ADAL" clId="{0B4CFE38-6E00-4E4A-971A-76EBF78284E2}" dt="2022-09-05T02:16:48.019" v="3732" actId="478"/>
          <ac:picMkLst>
            <pc:docMk/>
            <pc:sldMk cId="719430088" sldId="427"/>
            <ac:picMk id="4" creationId="{F2F9D4C2-E249-CF6D-2AA4-598E3F56A9FB}"/>
          </ac:picMkLst>
        </pc:picChg>
        <pc:picChg chg="add mod">
          <ac:chgData name="panwanke" userId="2eea59ba-b83b-4a63-b222-cef7f900ec6d" providerId="ADAL" clId="{0B4CFE38-6E00-4E4A-971A-76EBF78284E2}" dt="2022-09-05T02:16:51.603" v="3733" actId="1076"/>
          <ac:picMkLst>
            <pc:docMk/>
            <pc:sldMk cId="719430088" sldId="427"/>
            <ac:picMk id="2050" creationId="{B217BF8B-E729-0A70-3BF9-644B4C4E0760}"/>
          </ac:picMkLst>
        </pc:picChg>
        <pc:cxnChg chg="mod">
          <ac:chgData name="panwanke" userId="2eea59ba-b83b-4a63-b222-cef7f900ec6d" providerId="ADAL" clId="{0B4CFE38-6E00-4E4A-971A-76EBF78284E2}" dt="2022-09-05T02:18:30.720" v="3802" actId="14100"/>
          <ac:cxnSpMkLst>
            <pc:docMk/>
            <pc:sldMk cId="719430088" sldId="427"/>
            <ac:cxnSpMk id="5" creationId="{6FD81F64-A4BD-4241-A358-AC71F804FACC}"/>
          </ac:cxnSpMkLst>
        </pc:cxnChg>
      </pc:sldChg>
    </pc:docChg>
  </pc:docChgLst>
  <pc:docChgLst>
    <pc:chgData name="panwanke" userId="2eea59ba-b83b-4a63-b222-cef7f900ec6d" providerId="ADAL" clId="{9529A2F3-7C2E-4D7C-BE68-F9282F62F7CA}"/>
    <pc:docChg chg="undo redo custSel addSld delSld modSld sldOrd modMainMaster addSection delSection modSection modShowInfo">
      <pc:chgData name="panwanke" userId="2eea59ba-b83b-4a63-b222-cef7f900ec6d" providerId="ADAL" clId="{9529A2F3-7C2E-4D7C-BE68-F9282F62F7CA}" dt="2022-07-01T06:10:31.904" v="10940" actId="3626"/>
      <pc:docMkLst>
        <pc:docMk/>
      </pc:docMkLst>
      <pc:sldChg chg="addSp delSp modSp mod modTransition setBg">
        <pc:chgData name="panwanke" userId="2eea59ba-b83b-4a63-b222-cef7f900ec6d" providerId="ADAL" clId="{9529A2F3-7C2E-4D7C-BE68-F9282F62F7CA}" dt="2022-06-26T15:03:17.162" v="3866" actId="20577"/>
        <pc:sldMkLst>
          <pc:docMk/>
          <pc:sldMk cId="509702251" sldId="257"/>
        </pc:sldMkLst>
        <pc:spChg chg="mod">
          <ac:chgData name="panwanke" userId="2eea59ba-b83b-4a63-b222-cef7f900ec6d" providerId="ADAL" clId="{9529A2F3-7C2E-4D7C-BE68-F9282F62F7CA}" dt="2022-06-24T06:19:14.164" v="122" actId="1076"/>
          <ac:spMkLst>
            <pc:docMk/>
            <pc:sldMk cId="509702251" sldId="257"/>
            <ac:spMk id="4" creationId="{E4FDB5A4-C30D-4425-BB5F-3BBF7F547CB0}"/>
          </ac:spMkLst>
        </pc:spChg>
        <pc:spChg chg="mod">
          <ac:chgData name="panwanke" userId="2eea59ba-b83b-4a63-b222-cef7f900ec6d" providerId="ADAL" clId="{9529A2F3-7C2E-4D7C-BE68-F9282F62F7CA}" dt="2022-06-26T15:03:17.162" v="3866" actId="20577"/>
          <ac:spMkLst>
            <pc:docMk/>
            <pc:sldMk cId="509702251" sldId="257"/>
            <ac:spMk id="5" creationId="{F94306BF-7472-442B-95DD-CC8818728FDE}"/>
          </ac:spMkLst>
        </pc:spChg>
        <pc:spChg chg="add mod">
          <ac:chgData name="panwanke" userId="2eea59ba-b83b-4a63-b222-cef7f900ec6d" providerId="ADAL" clId="{9529A2F3-7C2E-4D7C-BE68-F9282F62F7CA}" dt="2022-06-24T06:19:25.632" v="123" actId="1076"/>
          <ac:spMkLst>
            <pc:docMk/>
            <pc:sldMk cId="509702251" sldId="257"/>
            <ac:spMk id="6" creationId="{E2A7F1D4-694F-F9EB-1552-7EAD4BD893CB}"/>
          </ac:spMkLst>
        </pc:spChg>
        <pc:spChg chg="del">
          <ac:chgData name="panwanke" userId="2eea59ba-b83b-4a63-b222-cef7f900ec6d" providerId="ADAL" clId="{9529A2F3-7C2E-4D7C-BE68-F9282F62F7CA}" dt="2022-06-24T06:27:05.855" v="158" actId="478"/>
          <ac:spMkLst>
            <pc:docMk/>
            <pc:sldMk cId="509702251" sldId="257"/>
            <ac:spMk id="52" creationId="{11D6A2A3-F101-46F7-8B6F-1C699CAFE9AD}"/>
          </ac:spMkLst>
        </pc:spChg>
        <pc:picChg chg="mod ord">
          <ac:chgData name="panwanke" userId="2eea59ba-b83b-4a63-b222-cef7f900ec6d" providerId="ADAL" clId="{9529A2F3-7C2E-4D7C-BE68-F9282F62F7CA}" dt="2022-06-24T06:19:00.479" v="121" actId="1076"/>
          <ac:picMkLst>
            <pc:docMk/>
            <pc:sldMk cId="509702251" sldId="257"/>
            <ac:picMk id="26" creationId="{FE635DDB-A537-4BD8-9BA7-DDDB0531112E}"/>
          </ac:picMkLst>
        </pc:picChg>
      </pc:sldChg>
      <pc:sldChg chg="addSp delSp modSp mod modTransition setBg">
        <pc:chgData name="panwanke" userId="2eea59ba-b83b-4a63-b222-cef7f900ec6d" providerId="ADAL" clId="{9529A2F3-7C2E-4D7C-BE68-F9282F62F7CA}" dt="2022-06-29T08:31:49.052" v="10827" actId="20577"/>
        <pc:sldMkLst>
          <pc:docMk/>
          <pc:sldMk cId="2963575219" sldId="258"/>
        </pc:sldMkLst>
        <pc:spChg chg="mod">
          <ac:chgData name="panwanke" userId="2eea59ba-b83b-4a63-b222-cef7f900ec6d" providerId="ADAL" clId="{9529A2F3-7C2E-4D7C-BE68-F9282F62F7CA}" dt="2022-06-24T08:33:10.582" v="253" actId="20577"/>
          <ac:spMkLst>
            <pc:docMk/>
            <pc:sldMk cId="2963575219" sldId="258"/>
            <ac:spMk id="2" creationId="{F6139978-E556-4ED3-A26F-6683AE01867D}"/>
          </ac:spMkLst>
        </pc:spChg>
        <pc:spChg chg="add del mod">
          <ac:chgData name="panwanke" userId="2eea59ba-b83b-4a63-b222-cef7f900ec6d" providerId="ADAL" clId="{9529A2F3-7C2E-4D7C-BE68-F9282F62F7CA}" dt="2022-06-24T06:12:24.583" v="63"/>
          <ac:spMkLst>
            <pc:docMk/>
            <pc:sldMk cId="2963575219" sldId="258"/>
            <ac:spMk id="4" creationId="{E191AD82-EBBA-DA52-D24F-138C7254A51D}"/>
          </ac:spMkLst>
        </pc:spChg>
        <pc:spChg chg="add del">
          <ac:chgData name="panwanke" userId="2eea59ba-b83b-4a63-b222-cef7f900ec6d" providerId="ADAL" clId="{9529A2F3-7C2E-4D7C-BE68-F9282F62F7CA}" dt="2022-06-24T06:12:24.583" v="63"/>
          <ac:spMkLst>
            <pc:docMk/>
            <pc:sldMk cId="2963575219" sldId="258"/>
            <ac:spMk id="5" creationId="{FC67EA2C-ABD3-2757-A5C4-97FA7ED77FD9}"/>
          </ac:spMkLst>
        </pc:spChg>
        <pc:spChg chg="add del mod">
          <ac:chgData name="panwanke" userId="2eea59ba-b83b-4a63-b222-cef7f900ec6d" providerId="ADAL" clId="{9529A2F3-7C2E-4D7C-BE68-F9282F62F7CA}" dt="2022-06-24T06:13:08.082" v="70"/>
          <ac:spMkLst>
            <pc:docMk/>
            <pc:sldMk cId="2963575219" sldId="258"/>
            <ac:spMk id="6" creationId="{F085F2AC-EB60-490F-1CF5-644CE38F2F85}"/>
          </ac:spMkLst>
        </pc:spChg>
        <pc:spChg chg="add del mod">
          <ac:chgData name="panwanke" userId="2eea59ba-b83b-4a63-b222-cef7f900ec6d" providerId="ADAL" clId="{9529A2F3-7C2E-4D7C-BE68-F9282F62F7CA}" dt="2022-06-24T06:13:08.082" v="70"/>
          <ac:spMkLst>
            <pc:docMk/>
            <pc:sldMk cId="2963575219" sldId="258"/>
            <ac:spMk id="7" creationId="{429FA04A-9A4B-37E4-1E25-74D4F9DE7A92}"/>
          </ac:spMkLst>
        </pc:spChg>
        <pc:spChg chg="mod">
          <ac:chgData name="panwanke" userId="2eea59ba-b83b-4a63-b222-cef7f900ec6d" providerId="ADAL" clId="{9529A2F3-7C2E-4D7C-BE68-F9282F62F7CA}" dt="2022-06-29T08:31:49.052" v="10827" actId="20577"/>
          <ac:spMkLst>
            <pc:docMk/>
            <pc:sldMk cId="2963575219" sldId="258"/>
            <ac:spMk id="8" creationId="{CFBCA3CE-1824-4549-B6FE-4119B2CF1769}"/>
          </ac:spMkLst>
        </pc:spChg>
        <pc:spChg chg="mod">
          <ac:chgData name="panwanke" userId="2eea59ba-b83b-4a63-b222-cef7f900ec6d" providerId="ADAL" clId="{9529A2F3-7C2E-4D7C-BE68-F9282F62F7CA}" dt="2022-06-24T06:13:02.439" v="69"/>
          <ac:spMkLst>
            <pc:docMk/>
            <pc:sldMk cId="2963575219" sldId="258"/>
            <ac:spMk id="9" creationId="{0E458089-C386-E447-246B-CB68431F71CB}"/>
          </ac:spMkLst>
        </pc:spChg>
        <pc:spChg chg="mod ord">
          <ac:chgData name="panwanke" userId="2eea59ba-b83b-4a63-b222-cef7f900ec6d" providerId="ADAL" clId="{9529A2F3-7C2E-4D7C-BE68-F9282F62F7CA}" dt="2022-06-24T06:27:14.551" v="161" actId="167"/>
          <ac:spMkLst>
            <pc:docMk/>
            <pc:sldMk cId="2963575219" sldId="258"/>
            <ac:spMk id="10" creationId="{1374766A-C5FE-F5C3-F281-6B1498A0CD32}"/>
          </ac:spMkLst>
        </pc:spChg>
        <pc:spChg chg="del">
          <ac:chgData name="panwanke" userId="2eea59ba-b83b-4a63-b222-cef7f900ec6d" providerId="ADAL" clId="{9529A2F3-7C2E-4D7C-BE68-F9282F62F7CA}" dt="2022-06-24T06:27:08.101" v="159" actId="478"/>
          <ac:spMkLst>
            <pc:docMk/>
            <pc:sldMk cId="2963575219" sldId="258"/>
            <ac:spMk id="54" creationId="{3346177D-ADC4-4968-B747-5CFCD390B5B9}"/>
          </ac:spMkLst>
        </pc:spChg>
        <pc:picChg chg="add mod ord">
          <ac:chgData name="panwanke" userId="2eea59ba-b83b-4a63-b222-cef7f900ec6d" providerId="ADAL" clId="{9529A2F3-7C2E-4D7C-BE68-F9282F62F7CA}" dt="2022-06-24T08:32:02.876" v="245" actId="167"/>
          <ac:picMkLst>
            <pc:docMk/>
            <pc:sldMk cId="2963575219" sldId="258"/>
            <ac:picMk id="12" creationId="{3F9B4450-286D-6E9F-3D24-F4076107E61E}"/>
          </ac:picMkLst>
        </pc:picChg>
      </pc:sldChg>
      <pc:sldChg chg="del setBg">
        <pc:chgData name="panwanke" userId="2eea59ba-b83b-4a63-b222-cef7f900ec6d" providerId="ADAL" clId="{9529A2F3-7C2E-4D7C-BE68-F9282F62F7CA}" dt="2022-06-24T06:26:14.740" v="151" actId="47"/>
        <pc:sldMkLst>
          <pc:docMk/>
          <pc:sldMk cId="2620721020" sldId="259"/>
        </pc:sldMkLst>
      </pc:sldChg>
      <pc:sldChg chg="modSp mod setBg">
        <pc:chgData name="panwanke" userId="2eea59ba-b83b-4a63-b222-cef7f900ec6d" providerId="ADAL" clId="{9529A2F3-7C2E-4D7C-BE68-F9282F62F7CA}" dt="2022-06-28T15:18:40.315" v="10816" actId="20577"/>
        <pc:sldMkLst>
          <pc:docMk/>
          <pc:sldMk cId="4288639322" sldId="260"/>
        </pc:sldMkLst>
        <pc:spChg chg="mod">
          <ac:chgData name="panwanke" userId="2eea59ba-b83b-4a63-b222-cef7f900ec6d" providerId="ADAL" clId="{9529A2F3-7C2E-4D7C-BE68-F9282F62F7CA}" dt="2022-06-28T15:18:40.315" v="10816" actId="20577"/>
          <ac:spMkLst>
            <pc:docMk/>
            <pc:sldMk cId="4288639322" sldId="260"/>
            <ac:spMk id="5" creationId="{F94306BF-7472-442B-95DD-CC8818728FDE}"/>
          </ac:spMkLst>
        </pc:spChg>
      </pc:sldChg>
      <pc:sldChg chg="del">
        <pc:chgData name="panwanke" userId="2eea59ba-b83b-4a63-b222-cef7f900ec6d" providerId="ADAL" clId="{9529A2F3-7C2E-4D7C-BE68-F9282F62F7CA}" dt="2022-06-25T13:28:50.173" v="2639" actId="47"/>
        <pc:sldMkLst>
          <pc:docMk/>
          <pc:sldMk cId="3966463624" sldId="262"/>
        </pc:sldMkLst>
      </pc:sldChg>
      <pc:sldChg chg="del">
        <pc:chgData name="panwanke" userId="2eea59ba-b83b-4a63-b222-cef7f900ec6d" providerId="ADAL" clId="{9529A2F3-7C2E-4D7C-BE68-F9282F62F7CA}" dt="2022-06-25T13:28:50.173" v="2639" actId="47"/>
        <pc:sldMkLst>
          <pc:docMk/>
          <pc:sldMk cId="512455648" sldId="263"/>
        </pc:sldMkLst>
      </pc:sldChg>
      <pc:sldChg chg="del">
        <pc:chgData name="panwanke" userId="2eea59ba-b83b-4a63-b222-cef7f900ec6d" providerId="ADAL" clId="{9529A2F3-7C2E-4D7C-BE68-F9282F62F7CA}" dt="2022-06-25T12:37:59.301" v="2252" actId="47"/>
        <pc:sldMkLst>
          <pc:docMk/>
          <pc:sldMk cId="1707721540" sldId="264"/>
        </pc:sldMkLst>
      </pc:sldChg>
      <pc:sldChg chg="add del">
        <pc:chgData name="panwanke" userId="2eea59ba-b83b-4a63-b222-cef7f900ec6d" providerId="ADAL" clId="{9529A2F3-7C2E-4D7C-BE68-F9282F62F7CA}" dt="2022-06-25T13:27:46.963" v="2632" actId="47"/>
        <pc:sldMkLst>
          <pc:docMk/>
          <pc:sldMk cId="2901934401" sldId="266"/>
        </pc:sldMkLst>
      </pc:sldChg>
      <pc:sldChg chg="del">
        <pc:chgData name="panwanke" userId="2eea59ba-b83b-4a63-b222-cef7f900ec6d" providerId="ADAL" clId="{9529A2F3-7C2E-4D7C-BE68-F9282F62F7CA}" dt="2022-06-26T09:17:24.948" v="2725" actId="47"/>
        <pc:sldMkLst>
          <pc:docMk/>
          <pc:sldMk cId="555104631" sldId="267"/>
        </pc:sldMkLst>
      </pc:sldChg>
      <pc:sldChg chg="del">
        <pc:chgData name="panwanke" userId="2eea59ba-b83b-4a63-b222-cef7f900ec6d" providerId="ADAL" clId="{9529A2F3-7C2E-4D7C-BE68-F9282F62F7CA}" dt="2022-06-26T09:17:24.948" v="2725" actId="47"/>
        <pc:sldMkLst>
          <pc:docMk/>
          <pc:sldMk cId="1012284358" sldId="271"/>
        </pc:sldMkLst>
      </pc:sldChg>
      <pc:sldChg chg="addSp modSp mod">
        <pc:chgData name="panwanke" userId="2eea59ba-b83b-4a63-b222-cef7f900ec6d" providerId="ADAL" clId="{9529A2F3-7C2E-4D7C-BE68-F9282F62F7CA}" dt="2022-06-27T07:15:49.111" v="4701" actId="14100"/>
        <pc:sldMkLst>
          <pc:docMk/>
          <pc:sldMk cId="2909170314" sldId="272"/>
        </pc:sldMkLst>
        <pc:spChg chg="add ord">
          <ac:chgData name="panwanke" userId="2eea59ba-b83b-4a63-b222-cef7f900ec6d" providerId="ADAL" clId="{9529A2F3-7C2E-4D7C-BE68-F9282F62F7CA}" dt="2022-06-26T14:59:13.124" v="3800" actId="13244"/>
          <ac:spMkLst>
            <pc:docMk/>
            <pc:sldMk cId="2909170314" sldId="272"/>
            <ac:spMk id="5" creationId="{DCAEDA7E-5044-F264-8CF8-07D1F8E2C7AF}"/>
          </ac:spMkLst>
        </pc:spChg>
        <pc:spChg chg="add mod">
          <ac:chgData name="panwanke" userId="2eea59ba-b83b-4a63-b222-cef7f900ec6d" providerId="ADAL" clId="{9529A2F3-7C2E-4D7C-BE68-F9282F62F7CA}" dt="2022-06-26T14:59:35.577" v="3801" actId="14100"/>
          <ac:spMkLst>
            <pc:docMk/>
            <pc:sldMk cId="2909170314" sldId="272"/>
            <ac:spMk id="8" creationId="{42CF2526-3845-18F9-2B54-ECFA0A503ACF}"/>
          </ac:spMkLst>
        </pc:spChg>
        <pc:spChg chg="add ord">
          <ac:chgData name="panwanke" userId="2eea59ba-b83b-4a63-b222-cef7f900ec6d" providerId="ADAL" clId="{9529A2F3-7C2E-4D7C-BE68-F9282F62F7CA}" dt="2022-06-26T14:59:00.989" v="3797" actId="167"/>
          <ac:spMkLst>
            <pc:docMk/>
            <pc:sldMk cId="2909170314" sldId="272"/>
            <ac:spMk id="10" creationId="{9217A56D-A79D-0481-9D1F-677840D388B3}"/>
          </ac:spMkLst>
        </pc:spChg>
        <pc:spChg chg="add">
          <ac:chgData name="panwanke" userId="2eea59ba-b83b-4a63-b222-cef7f900ec6d" providerId="ADAL" clId="{9529A2F3-7C2E-4D7C-BE68-F9282F62F7CA}" dt="2022-06-26T14:58:33.248" v="3792" actId="22"/>
          <ac:spMkLst>
            <pc:docMk/>
            <pc:sldMk cId="2909170314" sldId="272"/>
            <ac:spMk id="12" creationId="{A7DCCAA7-AAEB-64E8-421E-4E8C7729914A}"/>
          </ac:spMkLst>
        </pc:spChg>
        <pc:spChg chg="add">
          <ac:chgData name="panwanke" userId="2eea59ba-b83b-4a63-b222-cef7f900ec6d" providerId="ADAL" clId="{9529A2F3-7C2E-4D7C-BE68-F9282F62F7CA}" dt="2022-06-26T14:58:33.248" v="3792" actId="22"/>
          <ac:spMkLst>
            <pc:docMk/>
            <pc:sldMk cId="2909170314" sldId="272"/>
            <ac:spMk id="14" creationId="{E3E0FE22-94AE-901E-E6A7-23D6B963A00D}"/>
          </ac:spMkLst>
        </pc:spChg>
        <pc:spChg chg="add">
          <ac:chgData name="panwanke" userId="2eea59ba-b83b-4a63-b222-cef7f900ec6d" providerId="ADAL" clId="{9529A2F3-7C2E-4D7C-BE68-F9282F62F7CA}" dt="2022-06-26T14:58:33.248" v="3792" actId="22"/>
          <ac:spMkLst>
            <pc:docMk/>
            <pc:sldMk cId="2909170314" sldId="272"/>
            <ac:spMk id="16" creationId="{C99F14BC-1156-B4AD-4397-00289A5E08DA}"/>
          </ac:spMkLst>
        </pc:spChg>
        <pc:spChg chg="add">
          <ac:chgData name="panwanke" userId="2eea59ba-b83b-4a63-b222-cef7f900ec6d" providerId="ADAL" clId="{9529A2F3-7C2E-4D7C-BE68-F9282F62F7CA}" dt="2022-06-26T14:58:33.248" v="3792" actId="22"/>
          <ac:spMkLst>
            <pc:docMk/>
            <pc:sldMk cId="2909170314" sldId="272"/>
            <ac:spMk id="18" creationId="{37B4725C-5D7D-5F90-D990-863ADE57A1B9}"/>
          </ac:spMkLst>
        </pc:spChg>
        <pc:spChg chg="add">
          <ac:chgData name="panwanke" userId="2eea59ba-b83b-4a63-b222-cef7f900ec6d" providerId="ADAL" clId="{9529A2F3-7C2E-4D7C-BE68-F9282F62F7CA}" dt="2022-06-26T14:58:33.248" v="3792" actId="22"/>
          <ac:spMkLst>
            <pc:docMk/>
            <pc:sldMk cId="2909170314" sldId="272"/>
            <ac:spMk id="20" creationId="{BFBEC6C5-7BBC-6E63-898B-00B25360C7BE}"/>
          </ac:spMkLst>
        </pc:spChg>
        <pc:spChg chg="add mod">
          <ac:chgData name="panwanke" userId="2eea59ba-b83b-4a63-b222-cef7f900ec6d" providerId="ADAL" clId="{9529A2F3-7C2E-4D7C-BE68-F9282F62F7CA}" dt="2022-06-27T07:05:10.816" v="4131" actId="20577"/>
          <ac:spMkLst>
            <pc:docMk/>
            <pc:sldMk cId="2909170314" sldId="272"/>
            <ac:spMk id="22" creationId="{7428B443-0B0D-24CD-07FC-2D10627B5743}"/>
          </ac:spMkLst>
        </pc:spChg>
        <pc:graphicFrameChg chg="mod">
          <ac:chgData name="panwanke" userId="2eea59ba-b83b-4a63-b222-cef7f900ec6d" providerId="ADAL" clId="{9529A2F3-7C2E-4D7C-BE68-F9282F62F7CA}" dt="2022-06-27T07:15:49.111" v="4701" actId="14100"/>
          <ac:graphicFrameMkLst>
            <pc:docMk/>
            <pc:sldMk cId="2909170314" sldId="272"/>
            <ac:graphicFrameMk id="3" creationId="{33B2D9E2-3829-4D72-979F-375D52522463}"/>
          </ac:graphicFrameMkLst>
        </pc:graphicFrameChg>
        <pc:graphicFrameChg chg="mod">
          <ac:chgData name="panwanke" userId="2eea59ba-b83b-4a63-b222-cef7f900ec6d" providerId="ADAL" clId="{9529A2F3-7C2E-4D7C-BE68-F9282F62F7CA}" dt="2022-06-27T07:15:43.740" v="4699" actId="1076"/>
          <ac:graphicFrameMkLst>
            <pc:docMk/>
            <pc:sldMk cId="2909170314" sldId="272"/>
            <ac:graphicFrameMk id="7" creationId="{CDF8991F-3593-460D-9261-2DCFEC61E8AF}"/>
          </ac:graphicFrameMkLst>
        </pc:graphicFrameChg>
        <pc:cxnChg chg="add mod">
          <ac:chgData name="panwanke" userId="2eea59ba-b83b-4a63-b222-cef7f900ec6d" providerId="ADAL" clId="{9529A2F3-7C2E-4D7C-BE68-F9282F62F7CA}" dt="2022-06-27T07:04:56.618" v="4103" actId="22"/>
          <ac:cxnSpMkLst>
            <pc:docMk/>
            <pc:sldMk cId="2909170314" sldId="272"/>
            <ac:cxnSpMk id="24" creationId="{B6ABAF3F-AA8B-3D5F-98E9-71D82F16940C}"/>
          </ac:cxnSpMkLst>
        </pc:cxnChg>
      </pc:sldChg>
      <pc:sldChg chg="addSp delSp modSp add del mod">
        <pc:chgData name="panwanke" userId="2eea59ba-b83b-4a63-b222-cef7f900ec6d" providerId="ADAL" clId="{9529A2F3-7C2E-4D7C-BE68-F9282F62F7CA}" dt="2022-06-25T12:44:30.147" v="2320" actId="47"/>
        <pc:sldMkLst>
          <pc:docMk/>
          <pc:sldMk cId="188049270" sldId="274"/>
        </pc:sldMkLst>
        <pc:spChg chg="add mod">
          <ac:chgData name="panwanke" userId="2eea59ba-b83b-4a63-b222-cef7f900ec6d" providerId="ADAL" clId="{9529A2F3-7C2E-4D7C-BE68-F9282F62F7CA}" dt="2022-06-25T12:22:58.955" v="2020" actId="14100"/>
          <ac:spMkLst>
            <pc:docMk/>
            <pc:sldMk cId="188049270" sldId="274"/>
            <ac:spMk id="7" creationId="{7B30DDA3-FC90-A417-E15A-DB7E9DC16796}"/>
          </ac:spMkLst>
        </pc:spChg>
        <pc:spChg chg="add mod">
          <ac:chgData name="panwanke" userId="2eea59ba-b83b-4a63-b222-cef7f900ec6d" providerId="ADAL" clId="{9529A2F3-7C2E-4D7C-BE68-F9282F62F7CA}" dt="2022-06-25T12:38:21.149" v="2283" actId="1035"/>
          <ac:spMkLst>
            <pc:docMk/>
            <pc:sldMk cId="188049270" sldId="274"/>
            <ac:spMk id="14" creationId="{71282F85-1195-6745-9322-BCCFDE901B4E}"/>
          </ac:spMkLst>
        </pc:spChg>
        <pc:spChg chg="add mod">
          <ac:chgData name="panwanke" userId="2eea59ba-b83b-4a63-b222-cef7f900ec6d" providerId="ADAL" clId="{9529A2F3-7C2E-4D7C-BE68-F9282F62F7CA}" dt="2022-06-25T12:38:21.149" v="2283" actId="1035"/>
          <ac:spMkLst>
            <pc:docMk/>
            <pc:sldMk cId="188049270" sldId="274"/>
            <ac:spMk id="16" creationId="{AD91C2D0-CC33-C8F7-CC50-D0A7E5EAD5C4}"/>
          </ac:spMkLst>
        </pc:spChg>
        <pc:spChg chg="mod">
          <ac:chgData name="panwanke" userId="2eea59ba-b83b-4a63-b222-cef7f900ec6d" providerId="ADAL" clId="{9529A2F3-7C2E-4D7C-BE68-F9282F62F7CA}" dt="2022-06-25T12:38:21.149" v="2283" actId="1035"/>
          <ac:spMkLst>
            <pc:docMk/>
            <pc:sldMk cId="188049270" sldId="274"/>
            <ac:spMk id="17" creationId="{C2193CA5-7A08-4F1F-A152-9B42CE363F4C}"/>
          </ac:spMkLst>
        </pc:spChg>
        <pc:spChg chg="mod">
          <ac:chgData name="panwanke" userId="2eea59ba-b83b-4a63-b222-cef7f900ec6d" providerId="ADAL" clId="{9529A2F3-7C2E-4D7C-BE68-F9282F62F7CA}" dt="2022-06-25T12:21:08.940" v="1987" actId="2711"/>
          <ac:spMkLst>
            <pc:docMk/>
            <pc:sldMk cId="188049270" sldId="274"/>
            <ac:spMk id="18" creationId="{E91AAE82-3BA2-450A-ABB1-4DA89B7ABD3F}"/>
          </ac:spMkLst>
        </pc:spChg>
        <pc:spChg chg="mod">
          <ac:chgData name="panwanke" userId="2eea59ba-b83b-4a63-b222-cef7f900ec6d" providerId="ADAL" clId="{9529A2F3-7C2E-4D7C-BE68-F9282F62F7CA}" dt="2022-06-25T12:38:21.149" v="2283" actId="1035"/>
          <ac:spMkLst>
            <pc:docMk/>
            <pc:sldMk cId="188049270" sldId="274"/>
            <ac:spMk id="19" creationId="{B19D96D3-8B08-4B82-BDE5-E0DD60EFDA9D}"/>
          </ac:spMkLst>
        </pc:spChg>
        <pc:spChg chg="mod">
          <ac:chgData name="panwanke" userId="2eea59ba-b83b-4a63-b222-cef7f900ec6d" providerId="ADAL" clId="{9529A2F3-7C2E-4D7C-BE68-F9282F62F7CA}" dt="2022-06-25T12:21:08.940" v="1987" actId="2711"/>
          <ac:spMkLst>
            <pc:docMk/>
            <pc:sldMk cId="188049270" sldId="274"/>
            <ac:spMk id="20" creationId="{C543570F-7B34-4F1E-8312-000D731FA14C}"/>
          </ac:spMkLst>
        </pc:spChg>
        <pc:spChg chg="mod">
          <ac:chgData name="panwanke" userId="2eea59ba-b83b-4a63-b222-cef7f900ec6d" providerId="ADAL" clId="{9529A2F3-7C2E-4D7C-BE68-F9282F62F7CA}" dt="2022-06-25T12:38:21.149" v="2283" actId="1035"/>
          <ac:spMkLst>
            <pc:docMk/>
            <pc:sldMk cId="188049270" sldId="274"/>
            <ac:spMk id="22" creationId="{9F815DEB-33C8-43AE-B078-71B2D8468C60}"/>
          </ac:spMkLst>
        </pc:spChg>
        <pc:spChg chg="mod">
          <ac:chgData name="panwanke" userId="2eea59ba-b83b-4a63-b222-cef7f900ec6d" providerId="ADAL" clId="{9529A2F3-7C2E-4D7C-BE68-F9282F62F7CA}" dt="2022-06-25T12:21:08.940" v="1987" actId="2711"/>
          <ac:spMkLst>
            <pc:docMk/>
            <pc:sldMk cId="188049270" sldId="274"/>
            <ac:spMk id="23" creationId="{94D3D8FA-2E76-805D-C715-3F4E145545BB}"/>
          </ac:spMkLst>
        </pc:spChg>
        <pc:spChg chg="mod">
          <ac:chgData name="panwanke" userId="2eea59ba-b83b-4a63-b222-cef7f900ec6d" providerId="ADAL" clId="{9529A2F3-7C2E-4D7C-BE68-F9282F62F7CA}" dt="2022-06-25T12:21:08.940" v="1987" actId="2711"/>
          <ac:spMkLst>
            <pc:docMk/>
            <pc:sldMk cId="188049270" sldId="274"/>
            <ac:spMk id="27" creationId="{D628E67B-A4B3-CC42-94EC-5334C019EE96}"/>
          </ac:spMkLst>
        </pc:spChg>
        <pc:spChg chg="mod">
          <ac:chgData name="panwanke" userId="2eea59ba-b83b-4a63-b222-cef7f900ec6d" providerId="ADAL" clId="{9529A2F3-7C2E-4D7C-BE68-F9282F62F7CA}" dt="2022-06-25T12:38:10.091" v="2253"/>
          <ac:spMkLst>
            <pc:docMk/>
            <pc:sldMk cId="188049270" sldId="274"/>
            <ac:spMk id="29" creationId="{BEFEDC64-8F85-F091-829F-CC70A2244EB3}"/>
          </ac:spMkLst>
        </pc:spChg>
        <pc:spChg chg="mod">
          <ac:chgData name="panwanke" userId="2eea59ba-b83b-4a63-b222-cef7f900ec6d" providerId="ADAL" clId="{9529A2F3-7C2E-4D7C-BE68-F9282F62F7CA}" dt="2022-06-25T12:38:10.091" v="2253"/>
          <ac:spMkLst>
            <pc:docMk/>
            <pc:sldMk cId="188049270" sldId="274"/>
            <ac:spMk id="33" creationId="{63F25510-6594-889F-DB8E-EEABF45C909F}"/>
          </ac:spMkLst>
        </pc:spChg>
        <pc:spChg chg="mod">
          <ac:chgData name="panwanke" userId="2eea59ba-b83b-4a63-b222-cef7f900ec6d" providerId="ADAL" clId="{9529A2F3-7C2E-4D7C-BE68-F9282F62F7CA}" dt="2022-06-25T12:38:10.091" v="2253"/>
          <ac:spMkLst>
            <pc:docMk/>
            <pc:sldMk cId="188049270" sldId="274"/>
            <ac:spMk id="34" creationId="{4016C6AF-2AA7-BD28-2C40-C466B57F6C87}"/>
          </ac:spMkLst>
        </pc:spChg>
        <pc:spChg chg="mod">
          <ac:chgData name="panwanke" userId="2eea59ba-b83b-4a63-b222-cef7f900ec6d" providerId="ADAL" clId="{9529A2F3-7C2E-4D7C-BE68-F9282F62F7CA}" dt="2022-06-25T12:38:10.091" v="2253"/>
          <ac:spMkLst>
            <pc:docMk/>
            <pc:sldMk cId="188049270" sldId="274"/>
            <ac:spMk id="35" creationId="{02B4F071-9475-866A-6F29-D07FD34F02FB}"/>
          </ac:spMkLst>
        </pc:spChg>
        <pc:spChg chg="mod">
          <ac:chgData name="panwanke" userId="2eea59ba-b83b-4a63-b222-cef7f900ec6d" providerId="ADAL" clId="{9529A2F3-7C2E-4D7C-BE68-F9282F62F7CA}" dt="2022-06-25T12:38:10.091" v="2253"/>
          <ac:spMkLst>
            <pc:docMk/>
            <pc:sldMk cId="188049270" sldId="274"/>
            <ac:spMk id="36" creationId="{2B22DCE1-BF01-801C-97F0-E703BB67766D}"/>
          </ac:spMkLst>
        </pc:spChg>
        <pc:spChg chg="mod">
          <ac:chgData name="panwanke" userId="2eea59ba-b83b-4a63-b222-cef7f900ec6d" providerId="ADAL" clId="{9529A2F3-7C2E-4D7C-BE68-F9282F62F7CA}" dt="2022-06-25T12:38:10.091" v="2253"/>
          <ac:spMkLst>
            <pc:docMk/>
            <pc:sldMk cId="188049270" sldId="274"/>
            <ac:spMk id="38" creationId="{EF6CED9D-90F1-5F1C-2242-8EAF2178D035}"/>
          </ac:spMkLst>
        </pc:spChg>
        <pc:spChg chg="mod">
          <ac:chgData name="panwanke" userId="2eea59ba-b83b-4a63-b222-cef7f900ec6d" providerId="ADAL" clId="{9529A2F3-7C2E-4D7C-BE68-F9282F62F7CA}" dt="2022-06-25T12:38:10.091" v="2253"/>
          <ac:spMkLst>
            <pc:docMk/>
            <pc:sldMk cId="188049270" sldId="274"/>
            <ac:spMk id="40" creationId="{7E6C143D-2FA9-A80D-D308-143225BAD161}"/>
          </ac:spMkLst>
        </pc:spChg>
        <pc:spChg chg="mod">
          <ac:chgData name="panwanke" userId="2eea59ba-b83b-4a63-b222-cef7f900ec6d" providerId="ADAL" clId="{9529A2F3-7C2E-4D7C-BE68-F9282F62F7CA}" dt="2022-06-25T12:38:10.091" v="2253"/>
          <ac:spMkLst>
            <pc:docMk/>
            <pc:sldMk cId="188049270" sldId="274"/>
            <ac:spMk id="41" creationId="{7206246F-AEE6-A3B4-5B35-B6D17E89B134}"/>
          </ac:spMkLst>
        </pc:spChg>
        <pc:spChg chg="mod">
          <ac:chgData name="panwanke" userId="2eea59ba-b83b-4a63-b222-cef7f900ec6d" providerId="ADAL" clId="{9529A2F3-7C2E-4D7C-BE68-F9282F62F7CA}" dt="2022-06-25T12:38:10.091" v="2253"/>
          <ac:spMkLst>
            <pc:docMk/>
            <pc:sldMk cId="188049270" sldId="274"/>
            <ac:spMk id="42" creationId="{CCF585F3-DA5B-6C8F-A8EC-9FB4996D2680}"/>
          </ac:spMkLst>
        </pc:spChg>
        <pc:spChg chg="mod">
          <ac:chgData name="panwanke" userId="2eea59ba-b83b-4a63-b222-cef7f900ec6d" providerId="ADAL" clId="{9529A2F3-7C2E-4D7C-BE68-F9282F62F7CA}" dt="2022-06-25T12:38:10.091" v="2253"/>
          <ac:spMkLst>
            <pc:docMk/>
            <pc:sldMk cId="188049270" sldId="274"/>
            <ac:spMk id="43" creationId="{47EF25F6-D659-EC8A-0B5F-8706AFED3A9F}"/>
          </ac:spMkLst>
        </pc:spChg>
        <pc:grpChg chg="add mod">
          <ac:chgData name="panwanke" userId="2eea59ba-b83b-4a63-b222-cef7f900ec6d" providerId="ADAL" clId="{9529A2F3-7C2E-4D7C-BE68-F9282F62F7CA}" dt="2022-06-25T12:38:21.149" v="2283" actId="1035"/>
          <ac:grpSpMkLst>
            <pc:docMk/>
            <pc:sldMk cId="188049270" sldId="274"/>
            <ac:grpSpMk id="9" creationId="{99C24F54-F2BF-4016-98A1-4513DBFE6875}"/>
          </ac:grpSpMkLst>
        </pc:grpChg>
        <pc:grpChg chg="add mod">
          <ac:chgData name="panwanke" userId="2eea59ba-b83b-4a63-b222-cef7f900ec6d" providerId="ADAL" clId="{9529A2F3-7C2E-4D7C-BE68-F9282F62F7CA}" dt="2022-06-25T12:38:21.149" v="2283" actId="1035"/>
          <ac:grpSpMkLst>
            <pc:docMk/>
            <pc:sldMk cId="188049270" sldId="274"/>
            <ac:grpSpMk id="10" creationId="{83C7D8F7-A62E-1041-C121-47FDA0A05CDA}"/>
          </ac:grpSpMkLst>
        </pc:grpChg>
        <pc:grpChg chg="add mod">
          <ac:chgData name="panwanke" userId="2eea59ba-b83b-4a63-b222-cef7f900ec6d" providerId="ADAL" clId="{9529A2F3-7C2E-4D7C-BE68-F9282F62F7CA}" dt="2022-06-25T12:38:21.149" v="2283" actId="1035"/>
          <ac:grpSpMkLst>
            <pc:docMk/>
            <pc:sldMk cId="188049270" sldId="274"/>
            <ac:grpSpMk id="26" creationId="{BD47ED57-A0A4-AC70-29C5-72E9852FF669}"/>
          </ac:grpSpMkLst>
        </pc:grpChg>
        <pc:grpChg chg="add mod">
          <ac:chgData name="panwanke" userId="2eea59ba-b83b-4a63-b222-cef7f900ec6d" providerId="ADAL" clId="{9529A2F3-7C2E-4D7C-BE68-F9282F62F7CA}" dt="2022-06-25T12:38:21.149" v="2283" actId="1035"/>
          <ac:grpSpMkLst>
            <pc:docMk/>
            <pc:sldMk cId="188049270" sldId="274"/>
            <ac:grpSpMk id="37" creationId="{EB6636F6-D9E1-3BD6-8500-53EF75D9A8B6}"/>
          </ac:grpSpMkLst>
        </pc:grpChg>
        <pc:graphicFrameChg chg="add del mod modGraphic">
          <ac:chgData name="panwanke" userId="2eea59ba-b83b-4a63-b222-cef7f900ec6d" providerId="ADAL" clId="{9529A2F3-7C2E-4D7C-BE68-F9282F62F7CA}" dt="2022-06-25T12:24:06.708" v="2025" actId="478"/>
          <ac:graphicFrameMkLst>
            <pc:docMk/>
            <pc:sldMk cId="188049270" sldId="274"/>
            <ac:graphicFrameMk id="13" creationId="{BA1841F7-16FF-BB80-9CC4-54F8505BE41F}"/>
          </ac:graphicFrameMkLst>
        </pc:graphicFrameChg>
        <pc:cxnChg chg="add mod">
          <ac:chgData name="panwanke" userId="2eea59ba-b83b-4a63-b222-cef7f900ec6d" providerId="ADAL" clId="{9529A2F3-7C2E-4D7C-BE68-F9282F62F7CA}" dt="2022-06-25T12:22:58.955" v="2020" actId="14100"/>
          <ac:cxnSpMkLst>
            <pc:docMk/>
            <pc:sldMk cId="188049270" sldId="274"/>
            <ac:cxnSpMk id="5" creationId="{1E9BAA6C-CBBF-E0B1-82E1-4F91B159C15A}"/>
          </ac:cxnSpMkLst>
        </pc:cxnChg>
        <pc:cxnChg chg="mod">
          <ac:chgData name="panwanke" userId="2eea59ba-b83b-4a63-b222-cef7f900ec6d" providerId="ADAL" clId="{9529A2F3-7C2E-4D7C-BE68-F9282F62F7CA}" dt="2022-06-25T12:38:21.149" v="2283" actId="1035"/>
          <ac:cxnSpMkLst>
            <pc:docMk/>
            <pc:sldMk cId="188049270" sldId="274"/>
            <ac:cxnSpMk id="24" creationId="{F60F37C9-8DDB-46D8-9776-BA7614435EEA}"/>
          </ac:cxnSpMkLst>
        </pc:cxnChg>
        <pc:cxnChg chg="mod">
          <ac:chgData name="panwanke" userId="2eea59ba-b83b-4a63-b222-cef7f900ec6d" providerId="ADAL" clId="{9529A2F3-7C2E-4D7C-BE68-F9282F62F7CA}" dt="2022-06-25T12:38:21.149" v="2283" actId="1035"/>
          <ac:cxnSpMkLst>
            <pc:docMk/>
            <pc:sldMk cId="188049270" sldId="274"/>
            <ac:cxnSpMk id="25" creationId="{56813D7A-D4DC-4E91-B74E-AA9496255903}"/>
          </ac:cxnSpMkLst>
        </pc:cxnChg>
        <pc:cxnChg chg="mod">
          <ac:chgData name="panwanke" userId="2eea59ba-b83b-4a63-b222-cef7f900ec6d" providerId="ADAL" clId="{9529A2F3-7C2E-4D7C-BE68-F9282F62F7CA}" dt="2022-06-25T12:38:21.149" v="2283" actId="1035"/>
          <ac:cxnSpMkLst>
            <pc:docMk/>
            <pc:sldMk cId="188049270" sldId="274"/>
            <ac:cxnSpMk id="28" creationId="{C2A57034-4EC0-4FB7-8247-0BB89CAC7D14}"/>
          </ac:cxnSpMkLst>
        </pc:cxnChg>
        <pc:cxnChg chg="mod">
          <ac:chgData name="panwanke" userId="2eea59ba-b83b-4a63-b222-cef7f900ec6d" providerId="ADAL" clId="{9529A2F3-7C2E-4D7C-BE68-F9282F62F7CA}" dt="2022-06-25T12:38:10.091" v="2253"/>
          <ac:cxnSpMkLst>
            <pc:docMk/>
            <pc:sldMk cId="188049270" sldId="274"/>
            <ac:cxnSpMk id="30" creationId="{BA71162C-18DF-110B-AC7D-5545D250C51C}"/>
          </ac:cxnSpMkLst>
        </pc:cxnChg>
        <pc:cxnChg chg="mod">
          <ac:chgData name="panwanke" userId="2eea59ba-b83b-4a63-b222-cef7f900ec6d" providerId="ADAL" clId="{9529A2F3-7C2E-4D7C-BE68-F9282F62F7CA}" dt="2022-06-25T12:38:21.149" v="2283" actId="1035"/>
          <ac:cxnSpMkLst>
            <pc:docMk/>
            <pc:sldMk cId="188049270" sldId="274"/>
            <ac:cxnSpMk id="32" creationId="{E51CACC7-F34D-44F7-94B9-824366830267}"/>
          </ac:cxnSpMkLst>
        </pc:cxnChg>
        <pc:cxnChg chg="mod">
          <ac:chgData name="panwanke" userId="2eea59ba-b83b-4a63-b222-cef7f900ec6d" providerId="ADAL" clId="{9529A2F3-7C2E-4D7C-BE68-F9282F62F7CA}" dt="2022-06-25T12:38:10.091" v="2253"/>
          <ac:cxnSpMkLst>
            <pc:docMk/>
            <pc:sldMk cId="188049270" sldId="274"/>
            <ac:cxnSpMk id="39" creationId="{D2DBED09-12CE-A53B-3060-5F4F5423687E}"/>
          </ac:cxnSpMkLst>
        </pc:cxnChg>
      </pc:sldChg>
      <pc:sldChg chg="del">
        <pc:chgData name="panwanke" userId="2eea59ba-b83b-4a63-b222-cef7f900ec6d" providerId="ADAL" clId="{9529A2F3-7C2E-4D7C-BE68-F9282F62F7CA}" dt="2022-06-24T08:48:27.396" v="315" actId="47"/>
        <pc:sldMkLst>
          <pc:docMk/>
          <pc:sldMk cId="1236803055" sldId="274"/>
        </pc:sldMkLst>
      </pc:sldChg>
      <pc:sldChg chg="del">
        <pc:chgData name="panwanke" userId="2eea59ba-b83b-4a63-b222-cef7f900ec6d" providerId="ADAL" clId="{9529A2F3-7C2E-4D7C-BE68-F9282F62F7CA}" dt="2022-06-24T08:48:46.737" v="316" actId="47"/>
        <pc:sldMkLst>
          <pc:docMk/>
          <pc:sldMk cId="195779318" sldId="275"/>
        </pc:sldMkLst>
      </pc:sldChg>
      <pc:sldChg chg="addSp modSp add mod modNotesTx">
        <pc:chgData name="panwanke" userId="2eea59ba-b83b-4a63-b222-cef7f900ec6d" providerId="ADAL" clId="{9529A2F3-7C2E-4D7C-BE68-F9282F62F7CA}" dt="2022-06-27T14:41:51.685" v="9290" actId="20577"/>
        <pc:sldMkLst>
          <pc:docMk/>
          <pc:sldMk cId="3500867021" sldId="275"/>
        </pc:sldMkLst>
        <pc:spChg chg="mod">
          <ac:chgData name="panwanke" userId="2eea59ba-b83b-4a63-b222-cef7f900ec6d" providerId="ADAL" clId="{9529A2F3-7C2E-4D7C-BE68-F9282F62F7CA}" dt="2022-06-25T13:12:30.583" v="2517" actId="20577"/>
          <ac:spMkLst>
            <pc:docMk/>
            <pc:sldMk cId="3500867021" sldId="275"/>
            <ac:spMk id="3" creationId="{A41DE2EA-11FF-5134-5F22-6363D9D86A43}"/>
          </ac:spMkLst>
        </pc:spChg>
        <pc:spChg chg="mod">
          <ac:chgData name="panwanke" userId="2eea59ba-b83b-4a63-b222-cef7f900ec6d" providerId="ADAL" clId="{9529A2F3-7C2E-4D7C-BE68-F9282F62F7CA}" dt="2022-06-25T12:21:21.198" v="1988" actId="2711"/>
          <ac:spMkLst>
            <pc:docMk/>
            <pc:sldMk cId="3500867021" sldId="275"/>
            <ac:spMk id="5" creationId="{5A587126-C159-1F63-5BD2-DC110554027B}"/>
          </ac:spMkLst>
        </pc:spChg>
        <pc:spChg chg="add mod">
          <ac:chgData name="panwanke" userId="2eea59ba-b83b-4a63-b222-cef7f900ec6d" providerId="ADAL" clId="{9529A2F3-7C2E-4D7C-BE68-F9282F62F7CA}" dt="2022-06-27T06:52:14.798" v="3980" actId="1035"/>
          <ac:spMkLst>
            <pc:docMk/>
            <pc:sldMk cId="3500867021" sldId="275"/>
            <ac:spMk id="6" creationId="{D8139371-5A7A-10D1-2B23-0AA5E25C9F61}"/>
          </ac:spMkLst>
        </pc:spChg>
        <pc:spChg chg="add">
          <ac:chgData name="panwanke" userId="2eea59ba-b83b-4a63-b222-cef7f900ec6d" providerId="ADAL" clId="{9529A2F3-7C2E-4D7C-BE68-F9282F62F7CA}" dt="2022-06-26T15:02:03.987" v="3832" actId="22"/>
          <ac:spMkLst>
            <pc:docMk/>
            <pc:sldMk cId="3500867021" sldId="275"/>
            <ac:spMk id="7" creationId="{C0134025-A47F-995C-9CA3-8F4BE479B608}"/>
          </ac:spMkLst>
        </pc:spChg>
        <pc:spChg chg="add">
          <ac:chgData name="panwanke" userId="2eea59ba-b83b-4a63-b222-cef7f900ec6d" providerId="ADAL" clId="{9529A2F3-7C2E-4D7C-BE68-F9282F62F7CA}" dt="2022-06-26T15:02:03.987" v="3832" actId="22"/>
          <ac:spMkLst>
            <pc:docMk/>
            <pc:sldMk cId="3500867021" sldId="275"/>
            <ac:spMk id="9" creationId="{95F23CC7-06C2-8731-6DED-43C3E46516A8}"/>
          </ac:spMkLst>
        </pc:spChg>
        <pc:spChg chg="add">
          <ac:chgData name="panwanke" userId="2eea59ba-b83b-4a63-b222-cef7f900ec6d" providerId="ADAL" clId="{9529A2F3-7C2E-4D7C-BE68-F9282F62F7CA}" dt="2022-06-26T15:02:03.987" v="3832" actId="22"/>
          <ac:spMkLst>
            <pc:docMk/>
            <pc:sldMk cId="3500867021" sldId="275"/>
            <ac:spMk id="12" creationId="{BC0DBE0B-559A-D6C2-CD6B-1AD7D1A899F0}"/>
          </ac:spMkLst>
        </pc:spChg>
        <pc:spChg chg="mod">
          <ac:chgData name="panwanke" userId="2eea59ba-b83b-4a63-b222-cef7f900ec6d" providerId="ADAL" clId="{9529A2F3-7C2E-4D7C-BE68-F9282F62F7CA}" dt="2022-06-25T12:21:21.198" v="1988" actId="2711"/>
          <ac:spMkLst>
            <pc:docMk/>
            <pc:sldMk cId="3500867021" sldId="275"/>
            <ac:spMk id="15" creationId="{ACE906F4-94A4-B7B3-FD1B-FD46F889A22B}"/>
          </ac:spMkLst>
        </pc:spChg>
        <pc:spChg chg="add">
          <ac:chgData name="panwanke" userId="2eea59ba-b83b-4a63-b222-cef7f900ec6d" providerId="ADAL" clId="{9529A2F3-7C2E-4D7C-BE68-F9282F62F7CA}" dt="2022-06-26T15:02:03.987" v="3832" actId="22"/>
          <ac:spMkLst>
            <pc:docMk/>
            <pc:sldMk cId="3500867021" sldId="275"/>
            <ac:spMk id="16" creationId="{BA49E724-54C7-C7A2-8AE8-56DA165C5FF1}"/>
          </ac:spMkLst>
        </pc:spChg>
        <pc:spChg chg="mod">
          <ac:chgData name="panwanke" userId="2eea59ba-b83b-4a63-b222-cef7f900ec6d" providerId="ADAL" clId="{9529A2F3-7C2E-4D7C-BE68-F9282F62F7CA}" dt="2022-06-25T12:21:21.198" v="1988" actId="2711"/>
          <ac:spMkLst>
            <pc:docMk/>
            <pc:sldMk cId="3500867021" sldId="275"/>
            <ac:spMk id="17" creationId="{C2193CA5-7A08-4F1F-A152-9B42CE363F4C}"/>
          </ac:spMkLst>
        </pc:spChg>
        <pc:spChg chg="mod">
          <ac:chgData name="panwanke" userId="2eea59ba-b83b-4a63-b222-cef7f900ec6d" providerId="ADAL" clId="{9529A2F3-7C2E-4D7C-BE68-F9282F62F7CA}" dt="2022-06-25T12:21:21.198" v="1988" actId="2711"/>
          <ac:spMkLst>
            <pc:docMk/>
            <pc:sldMk cId="3500867021" sldId="275"/>
            <ac:spMk id="18" creationId="{E91AAE82-3BA2-450A-ABB1-4DA89B7ABD3F}"/>
          </ac:spMkLst>
        </pc:spChg>
        <pc:spChg chg="mod">
          <ac:chgData name="panwanke" userId="2eea59ba-b83b-4a63-b222-cef7f900ec6d" providerId="ADAL" clId="{9529A2F3-7C2E-4D7C-BE68-F9282F62F7CA}" dt="2022-06-25T12:21:21.198" v="1988" actId="2711"/>
          <ac:spMkLst>
            <pc:docMk/>
            <pc:sldMk cId="3500867021" sldId="275"/>
            <ac:spMk id="19" creationId="{B19D96D3-8B08-4B82-BDE5-E0DD60EFDA9D}"/>
          </ac:spMkLst>
        </pc:spChg>
        <pc:spChg chg="mod">
          <ac:chgData name="panwanke" userId="2eea59ba-b83b-4a63-b222-cef7f900ec6d" providerId="ADAL" clId="{9529A2F3-7C2E-4D7C-BE68-F9282F62F7CA}" dt="2022-06-25T12:21:21.198" v="1988" actId="2711"/>
          <ac:spMkLst>
            <pc:docMk/>
            <pc:sldMk cId="3500867021" sldId="275"/>
            <ac:spMk id="20" creationId="{C543570F-7B34-4F1E-8312-000D731FA14C}"/>
          </ac:spMkLst>
        </pc:spChg>
        <pc:spChg chg="mod">
          <ac:chgData name="panwanke" userId="2eea59ba-b83b-4a63-b222-cef7f900ec6d" providerId="ADAL" clId="{9529A2F3-7C2E-4D7C-BE68-F9282F62F7CA}" dt="2022-06-25T12:21:21.198" v="1988" actId="2711"/>
          <ac:spMkLst>
            <pc:docMk/>
            <pc:sldMk cId="3500867021" sldId="275"/>
            <ac:spMk id="22" creationId="{9F815DEB-33C8-43AE-B078-71B2D8468C60}"/>
          </ac:spMkLst>
        </pc:spChg>
        <pc:spChg chg="mod">
          <ac:chgData name="panwanke" userId="2eea59ba-b83b-4a63-b222-cef7f900ec6d" providerId="ADAL" clId="{9529A2F3-7C2E-4D7C-BE68-F9282F62F7CA}" dt="2022-06-25T12:21:21.198" v="1988" actId="2711"/>
          <ac:spMkLst>
            <pc:docMk/>
            <pc:sldMk cId="3500867021" sldId="275"/>
            <ac:spMk id="23" creationId="{94D3D8FA-2E76-805D-C715-3F4E145545BB}"/>
          </ac:spMkLst>
        </pc:spChg>
        <pc:spChg chg="mod">
          <ac:chgData name="panwanke" userId="2eea59ba-b83b-4a63-b222-cef7f900ec6d" providerId="ADAL" clId="{9529A2F3-7C2E-4D7C-BE68-F9282F62F7CA}" dt="2022-06-25T12:21:21.198" v="1988" actId="2711"/>
          <ac:spMkLst>
            <pc:docMk/>
            <pc:sldMk cId="3500867021" sldId="275"/>
            <ac:spMk id="26" creationId="{F144AEA6-27C7-5DED-3629-E5085FCE2879}"/>
          </ac:spMkLst>
        </pc:spChg>
        <pc:spChg chg="mod">
          <ac:chgData name="panwanke" userId="2eea59ba-b83b-4a63-b222-cef7f900ec6d" providerId="ADAL" clId="{9529A2F3-7C2E-4D7C-BE68-F9282F62F7CA}" dt="2022-06-25T12:21:21.198" v="1988" actId="2711"/>
          <ac:spMkLst>
            <pc:docMk/>
            <pc:sldMk cId="3500867021" sldId="275"/>
            <ac:spMk id="27" creationId="{D628E67B-A4B3-CC42-94EC-5334C019EE96}"/>
          </ac:spMkLst>
        </pc:spChg>
        <pc:spChg chg="mod">
          <ac:chgData name="panwanke" userId="2eea59ba-b83b-4a63-b222-cef7f900ec6d" providerId="ADAL" clId="{9529A2F3-7C2E-4D7C-BE68-F9282F62F7CA}" dt="2022-06-25T12:21:21.198" v="1988" actId="2711"/>
          <ac:spMkLst>
            <pc:docMk/>
            <pc:sldMk cId="3500867021" sldId="275"/>
            <ac:spMk id="30" creationId="{5530CC4D-3500-714D-83F7-15F1244E848C}"/>
          </ac:spMkLst>
        </pc:spChg>
        <pc:spChg chg="add">
          <ac:chgData name="panwanke" userId="2eea59ba-b83b-4a63-b222-cef7f900ec6d" providerId="ADAL" clId="{9529A2F3-7C2E-4D7C-BE68-F9282F62F7CA}" dt="2022-06-26T15:02:03.987" v="3832" actId="22"/>
          <ac:spMkLst>
            <pc:docMk/>
            <pc:sldMk cId="3500867021" sldId="275"/>
            <ac:spMk id="33" creationId="{647AFA78-D153-43E0-7322-F537BCCA653B}"/>
          </ac:spMkLst>
        </pc:spChg>
        <pc:spChg chg="mod">
          <ac:chgData name="panwanke" userId="2eea59ba-b83b-4a63-b222-cef7f900ec6d" providerId="ADAL" clId="{9529A2F3-7C2E-4D7C-BE68-F9282F62F7CA}" dt="2022-06-25T12:21:21.198" v="1988" actId="2711"/>
          <ac:spMkLst>
            <pc:docMk/>
            <pc:sldMk cId="3500867021" sldId="275"/>
            <ac:spMk id="34" creationId="{C6962E39-12C2-CD2F-9D5A-5A28457E64A5}"/>
          </ac:spMkLst>
        </pc:spChg>
        <pc:spChg chg="mod">
          <ac:chgData name="panwanke" userId="2eea59ba-b83b-4a63-b222-cef7f900ec6d" providerId="ADAL" clId="{9529A2F3-7C2E-4D7C-BE68-F9282F62F7CA}" dt="2022-06-25T12:21:21.198" v="1988" actId="2711"/>
          <ac:spMkLst>
            <pc:docMk/>
            <pc:sldMk cId="3500867021" sldId="275"/>
            <ac:spMk id="36" creationId="{BF14C95A-5F8D-E63A-D017-C9FE640D6A8D}"/>
          </ac:spMkLst>
        </pc:spChg>
        <pc:spChg chg="add mod">
          <ac:chgData name="panwanke" userId="2eea59ba-b83b-4a63-b222-cef7f900ec6d" providerId="ADAL" clId="{9529A2F3-7C2E-4D7C-BE68-F9282F62F7CA}" dt="2022-06-27T06:51:53.422" v="3962" actId="1076"/>
          <ac:spMkLst>
            <pc:docMk/>
            <pc:sldMk cId="3500867021" sldId="275"/>
            <ac:spMk id="45" creationId="{0D6D2320-3C42-61F5-1040-4549139D75A6}"/>
          </ac:spMkLst>
        </pc:spChg>
        <pc:spChg chg="mod">
          <ac:chgData name="panwanke" userId="2eea59ba-b83b-4a63-b222-cef7f900ec6d" providerId="ADAL" clId="{9529A2F3-7C2E-4D7C-BE68-F9282F62F7CA}" dt="2022-06-27T06:52:22.378" v="3981" actId="1076"/>
          <ac:spMkLst>
            <pc:docMk/>
            <pc:sldMk cId="3500867021" sldId="275"/>
            <ac:spMk id="48" creationId="{B7A0D8F5-98A5-5197-8770-7C35CAD754A9}"/>
          </ac:spMkLst>
        </pc:spChg>
        <pc:cxnChg chg="add mod">
          <ac:chgData name="panwanke" userId="2eea59ba-b83b-4a63-b222-cef7f900ec6d" providerId="ADAL" clId="{9529A2F3-7C2E-4D7C-BE68-F9282F62F7CA}" dt="2022-06-27T06:51:53.422" v="3962" actId="1076"/>
          <ac:cxnSpMkLst>
            <pc:docMk/>
            <pc:sldMk cId="3500867021" sldId="275"/>
            <ac:cxnSpMk id="37" creationId="{68414EC1-F3BB-ADE1-28A6-7D61A4E553BA}"/>
          </ac:cxnSpMkLst>
        </pc:cxnChg>
        <pc:cxnChg chg="mod">
          <ac:chgData name="panwanke" userId="2eea59ba-b83b-4a63-b222-cef7f900ec6d" providerId="ADAL" clId="{9529A2F3-7C2E-4D7C-BE68-F9282F62F7CA}" dt="2022-06-27T06:52:27.264" v="3983" actId="14100"/>
          <ac:cxnSpMkLst>
            <pc:docMk/>
            <pc:sldMk cId="3500867021" sldId="275"/>
            <ac:cxnSpMk id="46" creationId="{68C05FF2-0BBE-05FC-1CC8-9B63C76C7B0D}"/>
          </ac:cxnSpMkLst>
        </pc:cxnChg>
      </pc:sldChg>
      <pc:sldChg chg="del">
        <pc:chgData name="panwanke" userId="2eea59ba-b83b-4a63-b222-cef7f900ec6d" providerId="ADAL" clId="{9529A2F3-7C2E-4D7C-BE68-F9282F62F7CA}" dt="2022-06-24T08:48:46.737" v="316" actId="47"/>
        <pc:sldMkLst>
          <pc:docMk/>
          <pc:sldMk cId="199536091" sldId="276"/>
        </pc:sldMkLst>
      </pc:sldChg>
      <pc:sldChg chg="addSp modSp add mod modNotesTx">
        <pc:chgData name="panwanke" userId="2eea59ba-b83b-4a63-b222-cef7f900ec6d" providerId="ADAL" clId="{9529A2F3-7C2E-4D7C-BE68-F9282F62F7CA}" dt="2022-06-27T14:43:35.934" v="9398" actId="20577"/>
        <pc:sldMkLst>
          <pc:docMk/>
          <pc:sldMk cId="2726174158" sldId="276"/>
        </pc:sldMkLst>
        <pc:spChg chg="mod">
          <ac:chgData name="panwanke" userId="2eea59ba-b83b-4a63-b222-cef7f900ec6d" providerId="ADAL" clId="{9529A2F3-7C2E-4D7C-BE68-F9282F62F7CA}" dt="2022-06-25T13:12:55.668" v="2562" actId="20577"/>
          <ac:spMkLst>
            <pc:docMk/>
            <pc:sldMk cId="2726174158" sldId="276"/>
            <ac:spMk id="3" creationId="{A41DE2EA-11FF-5134-5F22-6363D9D86A43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5" creationId="{5A587126-C159-1F63-5BD2-DC110554027B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6" creationId="{B82F3082-047D-2456-59B6-0DA0B32CB604}"/>
          </ac:spMkLst>
        </pc:spChg>
        <pc:spChg chg="add mod ord">
          <ac:chgData name="panwanke" userId="2eea59ba-b83b-4a63-b222-cef7f900ec6d" providerId="ADAL" clId="{9529A2F3-7C2E-4D7C-BE68-F9282F62F7CA}" dt="2022-06-27T07:00:04.032" v="4009" actId="166"/>
          <ac:spMkLst>
            <pc:docMk/>
            <pc:sldMk cId="2726174158" sldId="276"/>
            <ac:spMk id="7" creationId="{B99DE218-EBE8-8177-9074-BB1A50A0FF6E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8" creationId="{53258B9D-E110-7F3C-E7CB-86920775D908}"/>
          </ac:spMkLst>
        </pc:spChg>
        <pc:spChg chg="add">
          <ac:chgData name="panwanke" userId="2eea59ba-b83b-4a63-b222-cef7f900ec6d" providerId="ADAL" clId="{9529A2F3-7C2E-4D7C-BE68-F9282F62F7CA}" dt="2022-06-26T15:02:02.679" v="3831" actId="22"/>
          <ac:spMkLst>
            <pc:docMk/>
            <pc:sldMk cId="2726174158" sldId="276"/>
            <ac:spMk id="9" creationId="{3E137202-56B2-89D1-1B6D-68DF334FFB87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10" creationId="{45296F2E-30A8-BE4E-02D3-60C29755ABBB}"/>
          </ac:spMkLst>
        </pc:spChg>
        <pc:spChg chg="add mod">
          <ac:chgData name="panwanke" userId="2eea59ba-b83b-4a63-b222-cef7f900ec6d" providerId="ADAL" clId="{9529A2F3-7C2E-4D7C-BE68-F9282F62F7CA}" dt="2022-06-25T12:29:45.202" v="2114" actId="14100"/>
          <ac:spMkLst>
            <pc:docMk/>
            <pc:sldMk cId="2726174158" sldId="276"/>
            <ac:spMk id="12" creationId="{F00E4E31-24A6-C192-A519-40FEFDA07191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14" creationId="{533C0499-E917-8CEE-F66B-D3D709467DCD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15" creationId="{ACE906F4-94A4-B7B3-FD1B-FD46F889A22B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17" creationId="{C2193CA5-7A08-4F1F-A152-9B42CE363F4C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18" creationId="{E91AAE82-3BA2-450A-ABB1-4DA89B7ABD3F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19" creationId="{B19D96D3-8B08-4B82-BDE5-E0DD60EFDA9D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20" creationId="{C543570F-7B34-4F1E-8312-000D731FA14C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22" creationId="{9F815DEB-33C8-43AE-B078-71B2D8468C60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23" creationId="{94D3D8FA-2E76-805D-C715-3F4E145545BB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26" creationId="{F144AEA6-27C7-5DED-3629-E5085FCE2879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27" creationId="{D628E67B-A4B3-CC42-94EC-5334C019EE96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29" creationId="{C6DFE85F-AC1A-5EBA-8186-303F237BDB25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30" creationId="{5530CC4D-3500-714D-83F7-15F1244E848C}"/>
          </ac:spMkLst>
        </pc:spChg>
        <pc:spChg chg="add">
          <ac:chgData name="panwanke" userId="2eea59ba-b83b-4a63-b222-cef7f900ec6d" providerId="ADAL" clId="{9529A2F3-7C2E-4D7C-BE68-F9282F62F7CA}" dt="2022-06-26T15:02:02.679" v="3831" actId="22"/>
          <ac:spMkLst>
            <pc:docMk/>
            <pc:sldMk cId="2726174158" sldId="276"/>
            <ac:spMk id="33" creationId="{6B454851-D2CE-7E54-18DA-8177E2DBA5A5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34" creationId="{C6962E39-12C2-CD2F-9D5A-5A28457E64A5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35" creationId="{F3E5013D-4D45-D3E9-9019-7A1AE0C72C64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36" creationId="{BF14C95A-5F8D-E63A-D017-C9FE640D6A8D}"/>
          </ac:spMkLst>
        </pc:spChg>
        <pc:spChg chg="add">
          <ac:chgData name="panwanke" userId="2eea59ba-b83b-4a63-b222-cef7f900ec6d" providerId="ADAL" clId="{9529A2F3-7C2E-4D7C-BE68-F9282F62F7CA}" dt="2022-06-26T15:02:02.679" v="3831" actId="22"/>
          <ac:spMkLst>
            <pc:docMk/>
            <pc:sldMk cId="2726174158" sldId="276"/>
            <ac:spMk id="41" creationId="{0E400EA4-93F4-CD3A-1C38-063962C7EF06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48" creationId="{B7A0D8F5-98A5-5197-8770-7C35CAD754A9}"/>
          </ac:spMkLst>
        </pc:spChg>
        <pc:spChg chg="add">
          <ac:chgData name="panwanke" userId="2eea59ba-b83b-4a63-b222-cef7f900ec6d" providerId="ADAL" clId="{9529A2F3-7C2E-4D7C-BE68-F9282F62F7CA}" dt="2022-06-26T15:02:02.679" v="3831" actId="22"/>
          <ac:spMkLst>
            <pc:docMk/>
            <pc:sldMk cId="2726174158" sldId="276"/>
            <ac:spMk id="49" creationId="{0A415A7F-8191-6054-C02A-1E606C542BB8}"/>
          </ac:spMkLst>
        </pc:spChg>
        <pc:spChg chg="add">
          <ac:chgData name="panwanke" userId="2eea59ba-b83b-4a63-b222-cef7f900ec6d" providerId="ADAL" clId="{9529A2F3-7C2E-4D7C-BE68-F9282F62F7CA}" dt="2022-06-26T15:02:02.679" v="3831" actId="22"/>
          <ac:spMkLst>
            <pc:docMk/>
            <pc:sldMk cId="2726174158" sldId="276"/>
            <ac:spMk id="53" creationId="{3EFBA897-2976-AE06-7517-2D0AE92E6C21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54" creationId="{3A618C28-100A-C67A-92E7-EE0D88C00739}"/>
          </ac:spMkLst>
        </pc:spChg>
        <pc:spChg chg="mod">
          <ac:chgData name="panwanke" userId="2eea59ba-b83b-4a63-b222-cef7f900ec6d" providerId="ADAL" clId="{9529A2F3-7C2E-4D7C-BE68-F9282F62F7CA}" dt="2022-06-27T06:59:54.871" v="4008" actId="207"/>
          <ac:spMkLst>
            <pc:docMk/>
            <pc:sldMk cId="2726174158" sldId="276"/>
            <ac:spMk id="59" creationId="{60FD63EA-F0E5-F226-E29B-9DA8641D6580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68" creationId="{5DE818E6-B4EE-B20A-28F2-7F4ADAC74496}"/>
          </ac:spMkLst>
        </pc:spChg>
        <pc:spChg chg="mod">
          <ac:chgData name="panwanke" userId="2eea59ba-b83b-4a63-b222-cef7f900ec6d" providerId="ADAL" clId="{9529A2F3-7C2E-4D7C-BE68-F9282F62F7CA}" dt="2022-06-25T12:21:40.575" v="1990" actId="207"/>
          <ac:spMkLst>
            <pc:docMk/>
            <pc:sldMk cId="2726174158" sldId="276"/>
            <ac:spMk id="70" creationId="{20C69BA6-D25C-EB04-1EAB-4D4FB79D7336}"/>
          </ac:spMkLst>
        </pc:spChg>
        <pc:spChg chg="mod">
          <ac:chgData name="panwanke" userId="2eea59ba-b83b-4a63-b222-cef7f900ec6d" providerId="ADAL" clId="{9529A2F3-7C2E-4D7C-BE68-F9282F62F7CA}" dt="2022-06-25T12:21:30.044" v="1989" actId="2711"/>
          <ac:spMkLst>
            <pc:docMk/>
            <pc:sldMk cId="2726174158" sldId="276"/>
            <ac:spMk id="76" creationId="{24659F56-FA6D-2DC1-2037-BE2A56458C9F}"/>
          </ac:spMkLst>
        </pc:spChg>
      </pc:sldChg>
      <pc:sldChg chg="addSp delSp modSp add mod modNotesTx">
        <pc:chgData name="panwanke" userId="2eea59ba-b83b-4a63-b222-cef7f900ec6d" providerId="ADAL" clId="{9529A2F3-7C2E-4D7C-BE68-F9282F62F7CA}" dt="2022-06-27T14:45:14.778" v="9553" actId="20577"/>
        <pc:sldMkLst>
          <pc:docMk/>
          <pc:sldMk cId="3104110087" sldId="277"/>
        </pc:sldMkLst>
        <pc:spChg chg="add mod ord">
          <ac:chgData name="panwanke" userId="2eea59ba-b83b-4a63-b222-cef7f900ec6d" providerId="ADAL" clId="{9529A2F3-7C2E-4D7C-BE68-F9282F62F7CA}" dt="2022-06-26T15:05:44.044" v="3882" actId="1035"/>
          <ac:spMkLst>
            <pc:docMk/>
            <pc:sldMk cId="3104110087" sldId="277"/>
            <ac:spMk id="4" creationId="{47FE17BF-E583-7A19-858E-58849D92902F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5" creationId="{5A587126-C159-1F63-5BD2-DC110554027B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6" creationId="{B82F3082-047D-2456-59B6-0DA0B32CB604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7" creationId="{DF6A14C1-4015-4B35-C14C-025A6C49835C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8" creationId="{53258B9D-E110-7F3C-E7CB-86920775D908}"/>
          </ac:spMkLst>
        </pc:spChg>
        <pc:spChg chg="add">
          <ac:chgData name="panwanke" userId="2eea59ba-b83b-4a63-b222-cef7f900ec6d" providerId="ADAL" clId="{9529A2F3-7C2E-4D7C-BE68-F9282F62F7CA}" dt="2022-06-26T15:02:01.129" v="3830" actId="22"/>
          <ac:spMkLst>
            <pc:docMk/>
            <pc:sldMk cId="3104110087" sldId="277"/>
            <ac:spMk id="9" creationId="{A0FD16CF-F441-941A-694B-5E3BBD327B12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10" creationId="{45296F2E-30A8-BE4E-02D3-60C29755ABBB}"/>
          </ac:spMkLst>
        </pc:spChg>
        <pc:spChg chg="add mod">
          <ac:chgData name="panwanke" userId="2eea59ba-b83b-4a63-b222-cef7f900ec6d" providerId="ADAL" clId="{9529A2F3-7C2E-4D7C-BE68-F9282F62F7CA}" dt="2022-06-26T15:05:51.365" v="3904" actId="1035"/>
          <ac:spMkLst>
            <pc:docMk/>
            <pc:sldMk cId="3104110087" sldId="277"/>
            <ac:spMk id="11" creationId="{D0B6DC7C-D886-23F4-ACBF-95E22FD3D32B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12" creationId="{A4960D87-CA74-080B-059B-7F161E4CA712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14" creationId="{533C0499-E917-8CEE-F66B-D3D709467DCD}"/>
          </ac:spMkLst>
        </pc:spChg>
        <pc:spChg chg="add 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15" creationId="{D0B6DC7C-D886-23F4-ACBF-95E22FD3D32B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17" creationId="{C2193CA5-7A08-4F1F-A152-9B42CE363F4C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18" creationId="{E91AAE82-3BA2-450A-ABB1-4DA89B7ABD3F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19" creationId="{B19D96D3-8B08-4B82-BDE5-E0DD60EFDA9D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20" creationId="{C543570F-7B34-4F1E-8312-000D731FA14C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22" creationId="{9F815DEB-33C8-43AE-B078-71B2D8468C60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23" creationId="{94D3D8FA-2E76-805D-C715-3F4E145545BB}"/>
          </ac:spMkLst>
        </pc:spChg>
        <pc:spChg chg="add 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26" creationId="{43E9BC93-2A83-32AC-8401-A1F86E1AEBB1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27" creationId="{D628E67B-A4B3-CC42-94EC-5334C019EE96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29" creationId="{C6DFE85F-AC1A-5EBA-8186-303F237BDB25}"/>
          </ac:spMkLst>
        </pc:spChg>
        <pc:spChg chg="add">
          <ac:chgData name="panwanke" userId="2eea59ba-b83b-4a63-b222-cef7f900ec6d" providerId="ADAL" clId="{9529A2F3-7C2E-4D7C-BE68-F9282F62F7CA}" dt="2022-06-26T15:02:01.129" v="3830" actId="22"/>
          <ac:spMkLst>
            <pc:docMk/>
            <pc:sldMk cId="3104110087" sldId="277"/>
            <ac:spMk id="30" creationId="{6106718C-0B33-E534-233C-998833183734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33" creationId="{7A6E2722-4891-D6EE-C770-57D1D0C2BB34}"/>
          </ac:spMkLst>
        </pc:spChg>
        <pc:spChg chg="add 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34" creationId="{FB6666EB-AEC8-9A95-1CBD-4C5953EF05BE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35" creationId="{F3E5013D-4D45-D3E9-9019-7A1AE0C72C64}"/>
          </ac:spMkLst>
        </pc:spChg>
        <pc:spChg chg="add 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37" creationId="{6220EA27-EFC9-EE45-89BA-83125DEBC975}"/>
          </ac:spMkLst>
        </pc:spChg>
        <pc:spChg chg="add">
          <ac:chgData name="panwanke" userId="2eea59ba-b83b-4a63-b222-cef7f900ec6d" providerId="ADAL" clId="{9529A2F3-7C2E-4D7C-BE68-F9282F62F7CA}" dt="2022-06-26T15:02:01.129" v="3830" actId="22"/>
          <ac:spMkLst>
            <pc:docMk/>
            <pc:sldMk cId="3104110087" sldId="277"/>
            <ac:spMk id="40" creationId="{7DDA8509-B3E2-54A1-92AB-A0B31165331F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41" creationId="{70F76DD0-A690-ADEC-C937-E626378734A2}"/>
          </ac:spMkLst>
        </pc:spChg>
        <pc:spChg chg="add mod">
          <ac:chgData name="panwanke" userId="2eea59ba-b83b-4a63-b222-cef7f900ec6d" providerId="ADAL" clId="{9529A2F3-7C2E-4D7C-BE68-F9282F62F7CA}" dt="2022-06-25T13:14:25.126" v="2595" actId="20577"/>
          <ac:spMkLst>
            <pc:docMk/>
            <pc:sldMk cId="3104110087" sldId="277"/>
            <ac:spMk id="42" creationId="{07AC38BA-76E0-C6D4-4A96-9ED3D2FCAA81}"/>
          </ac:spMkLst>
        </pc:spChg>
        <pc:spChg chg="add">
          <ac:chgData name="panwanke" userId="2eea59ba-b83b-4a63-b222-cef7f900ec6d" providerId="ADAL" clId="{9529A2F3-7C2E-4D7C-BE68-F9282F62F7CA}" dt="2022-06-26T15:02:01.129" v="3830" actId="22"/>
          <ac:spMkLst>
            <pc:docMk/>
            <pc:sldMk cId="3104110087" sldId="277"/>
            <ac:spMk id="46" creationId="{19E7BB06-BE86-4BAA-AFA9-649ACC3FFD6D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49" creationId="{BD2778ED-EA3B-8BC4-6643-4041AD2C9732}"/>
          </ac:spMkLst>
        </pc:spChg>
        <pc:spChg chg="add">
          <ac:chgData name="panwanke" userId="2eea59ba-b83b-4a63-b222-cef7f900ec6d" providerId="ADAL" clId="{9529A2F3-7C2E-4D7C-BE68-F9282F62F7CA}" dt="2022-06-26T15:02:01.129" v="3830" actId="22"/>
          <ac:spMkLst>
            <pc:docMk/>
            <pc:sldMk cId="3104110087" sldId="277"/>
            <ac:spMk id="51" creationId="{B2F16458-98EC-3D8C-0E6E-05004F808788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53" creationId="{1918C64A-8D1C-AED7-2870-B1E5D5CB50C3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54" creationId="{3A618C28-100A-C67A-92E7-EE0D88C00739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71" creationId="{14A0AA18-D99F-0AFE-E46F-11B6C0E8973F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73" creationId="{0531E852-07F5-59F8-ADCC-4CB7F8B15048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79" creationId="{D42CD756-3F53-90DF-EF6A-F1DBD409DF0D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81" creationId="{541CF299-B825-F01D-6F4C-3DBE9A05EA1B}"/>
          </ac:spMkLst>
        </pc:spChg>
        <pc:spChg chg="mod">
          <ac:chgData name="panwanke" userId="2eea59ba-b83b-4a63-b222-cef7f900ec6d" providerId="ADAL" clId="{9529A2F3-7C2E-4D7C-BE68-F9282F62F7CA}" dt="2022-06-25T13:13:50.370" v="2573" actId="404"/>
          <ac:spMkLst>
            <pc:docMk/>
            <pc:sldMk cId="3104110087" sldId="277"/>
            <ac:spMk id="84" creationId="{049BD80C-6411-C8CE-3AAF-1610252AF3F5}"/>
          </ac:spMkLst>
        </pc:spChg>
        <pc:spChg chg="del mod">
          <ac:chgData name="panwanke" userId="2eea59ba-b83b-4a63-b222-cef7f900ec6d" providerId="ADAL" clId="{9529A2F3-7C2E-4D7C-BE68-F9282F62F7CA}" dt="2022-06-25T13:14:00.044" v="2576" actId="478"/>
          <ac:spMkLst>
            <pc:docMk/>
            <pc:sldMk cId="3104110087" sldId="277"/>
            <ac:spMk id="94" creationId="{3C486F42-91AB-0F21-7AF4-F5D0657D065E}"/>
          </ac:spMkLst>
        </pc:spChg>
        <pc:spChg chg="mod">
          <ac:chgData name="panwanke" userId="2eea59ba-b83b-4a63-b222-cef7f900ec6d" providerId="ADAL" clId="{9529A2F3-7C2E-4D7C-BE68-F9282F62F7CA}" dt="2022-06-25T12:22:03.656" v="2003" actId="2711"/>
          <ac:spMkLst>
            <pc:docMk/>
            <pc:sldMk cId="3104110087" sldId="277"/>
            <ac:spMk id="96" creationId="{F8959C86-DFE9-BE1C-0D47-06F32D4D4527}"/>
          </ac:spMkLst>
        </pc:spChg>
        <pc:spChg chg="mod">
          <ac:chgData name="panwanke" userId="2eea59ba-b83b-4a63-b222-cef7f900ec6d" providerId="ADAL" clId="{9529A2F3-7C2E-4D7C-BE68-F9282F62F7CA}" dt="2022-06-25T12:22:03.656" v="2003" actId="2711"/>
          <ac:spMkLst>
            <pc:docMk/>
            <pc:sldMk cId="3104110087" sldId="277"/>
            <ac:spMk id="97" creationId="{30BD356C-1C0F-8096-6BA5-573EEC2E3E4B}"/>
          </ac:spMkLst>
        </pc:spChg>
        <pc:spChg chg="mod">
          <ac:chgData name="panwanke" userId="2eea59ba-b83b-4a63-b222-cef7f900ec6d" providerId="ADAL" clId="{9529A2F3-7C2E-4D7C-BE68-F9282F62F7CA}" dt="2022-06-25T12:22:03.656" v="2003" actId="2711"/>
          <ac:spMkLst>
            <pc:docMk/>
            <pc:sldMk cId="3104110087" sldId="277"/>
            <ac:spMk id="98" creationId="{5DD5CF62-1F80-F59F-382C-CC0D52CD5F05}"/>
          </ac:spMkLst>
        </pc:spChg>
        <pc:spChg chg="mod">
          <ac:chgData name="panwanke" userId="2eea59ba-b83b-4a63-b222-cef7f900ec6d" providerId="ADAL" clId="{9529A2F3-7C2E-4D7C-BE68-F9282F62F7CA}" dt="2022-06-25T12:22:03.656" v="2003" actId="2711"/>
          <ac:spMkLst>
            <pc:docMk/>
            <pc:sldMk cId="3104110087" sldId="277"/>
            <ac:spMk id="99" creationId="{989D4CE9-1101-FDD8-536B-4995465CFB7F}"/>
          </ac:spMkLst>
        </pc:spChg>
        <pc:spChg chg="mod">
          <ac:chgData name="panwanke" userId="2eea59ba-b83b-4a63-b222-cef7f900ec6d" providerId="ADAL" clId="{9529A2F3-7C2E-4D7C-BE68-F9282F62F7CA}" dt="2022-06-25T12:22:03.656" v="2003" actId="2711"/>
          <ac:spMkLst>
            <pc:docMk/>
            <pc:sldMk cId="3104110087" sldId="277"/>
            <ac:spMk id="100" creationId="{8F491E39-2E8C-05D7-40CC-16F4021BD944}"/>
          </ac:spMkLst>
        </pc:spChg>
        <pc:spChg chg="mod">
          <ac:chgData name="panwanke" userId="2eea59ba-b83b-4a63-b222-cef7f900ec6d" providerId="ADAL" clId="{9529A2F3-7C2E-4D7C-BE68-F9282F62F7CA}" dt="2022-06-25T12:22:03.656" v="2003" actId="2711"/>
          <ac:spMkLst>
            <pc:docMk/>
            <pc:sldMk cId="3104110087" sldId="277"/>
            <ac:spMk id="107" creationId="{EBADA593-621C-FE27-5457-C16E0AC5784C}"/>
          </ac:spMkLst>
        </pc:spChg>
        <pc:spChg chg="mod">
          <ac:chgData name="panwanke" userId="2eea59ba-b83b-4a63-b222-cef7f900ec6d" providerId="ADAL" clId="{9529A2F3-7C2E-4D7C-BE68-F9282F62F7CA}" dt="2022-06-25T12:22:03.656" v="2003" actId="2711"/>
          <ac:spMkLst>
            <pc:docMk/>
            <pc:sldMk cId="3104110087" sldId="277"/>
            <ac:spMk id="109" creationId="{A923B97B-3430-9CDC-CB83-487EABB8FAEB}"/>
          </ac:spMkLst>
        </pc:spChg>
        <pc:spChg chg="mod">
          <ac:chgData name="panwanke" userId="2eea59ba-b83b-4a63-b222-cef7f900ec6d" providerId="ADAL" clId="{9529A2F3-7C2E-4D7C-BE68-F9282F62F7CA}" dt="2022-06-25T12:22:03.656" v="2003" actId="2711"/>
          <ac:spMkLst>
            <pc:docMk/>
            <pc:sldMk cId="3104110087" sldId="277"/>
            <ac:spMk id="110" creationId="{64C30C34-231D-DD5F-8C20-7CB15E067CAC}"/>
          </ac:spMkLst>
        </pc:spChg>
        <pc:grpChg chg="mod">
          <ac:chgData name="panwanke" userId="2eea59ba-b83b-4a63-b222-cef7f900ec6d" providerId="ADAL" clId="{9529A2F3-7C2E-4D7C-BE68-F9282F62F7CA}" dt="2022-06-25T12:22:11.141" v="2017" actId="1038"/>
          <ac:grpSpMkLst>
            <pc:docMk/>
            <pc:sldMk cId="3104110087" sldId="277"/>
            <ac:grpSpMk id="13" creationId="{2A43F146-C886-34AD-AEDC-808E9BFF0037}"/>
          </ac:grpSpMkLst>
        </pc:grpChg>
        <pc:grpChg chg="add mod">
          <ac:chgData name="panwanke" userId="2eea59ba-b83b-4a63-b222-cef7f900ec6d" providerId="ADAL" clId="{9529A2F3-7C2E-4D7C-BE68-F9282F62F7CA}" dt="2022-06-25T13:13:53.667" v="2574" actId="1076"/>
          <ac:grpSpMkLst>
            <pc:docMk/>
            <pc:sldMk cId="3104110087" sldId="277"/>
            <ac:grpSpMk id="38" creationId="{DDEF501D-6E8D-B339-8270-7E09B39BF33C}"/>
          </ac:grpSpMkLst>
        </pc:grpChg>
        <pc:grpChg chg="mod">
          <ac:chgData name="panwanke" userId="2eea59ba-b83b-4a63-b222-cef7f900ec6d" providerId="ADAL" clId="{9529A2F3-7C2E-4D7C-BE68-F9282F62F7CA}" dt="2022-06-25T12:22:11.141" v="2017" actId="1038"/>
          <ac:grpSpMkLst>
            <pc:docMk/>
            <pc:sldMk cId="3104110087" sldId="277"/>
            <ac:grpSpMk id="55" creationId="{0C2F62E8-548D-1C22-7973-8FA65393AC60}"/>
          </ac:grpSpMkLst>
        </pc:grpChg>
        <pc:grpChg chg="mod">
          <ac:chgData name="panwanke" userId="2eea59ba-b83b-4a63-b222-cef7f900ec6d" providerId="ADAL" clId="{9529A2F3-7C2E-4D7C-BE68-F9282F62F7CA}" dt="2022-06-25T12:22:11.141" v="2017" actId="1038"/>
          <ac:grpSpMkLst>
            <pc:docMk/>
            <pc:sldMk cId="3104110087" sldId="277"/>
            <ac:grpSpMk id="92" creationId="{DC1B3454-942A-B657-141D-667201E27700}"/>
          </ac:grpSpMkLst>
        </pc:grpChg>
        <pc:grpChg chg="mod">
          <ac:chgData name="panwanke" userId="2eea59ba-b83b-4a63-b222-cef7f900ec6d" providerId="ADAL" clId="{9529A2F3-7C2E-4D7C-BE68-F9282F62F7CA}" dt="2022-06-25T13:14:37.680" v="2597" actId="1076"/>
          <ac:grpSpMkLst>
            <pc:docMk/>
            <pc:sldMk cId="3104110087" sldId="277"/>
            <ac:grpSpMk id="95" creationId="{E82D00D9-980C-7888-4620-126C68DB4E97}"/>
          </ac:grpSpMkLst>
        </pc:grpChg>
        <pc:cxnChg chg="add mod">
          <ac:chgData name="panwanke" userId="2eea59ba-b83b-4a63-b222-cef7f900ec6d" providerId="ADAL" clId="{9529A2F3-7C2E-4D7C-BE68-F9282F62F7CA}" dt="2022-06-25T13:14:16.335" v="2577" actId="22"/>
          <ac:cxnSpMkLst>
            <pc:docMk/>
            <pc:sldMk cId="3104110087" sldId="277"/>
            <ac:cxnSpMk id="45" creationId="{6CFE5382-7406-0537-6CE2-8B5173BA5A96}"/>
          </ac:cxnSpMkLst>
        </pc:cxnChg>
      </pc:sldChg>
      <pc:sldChg chg="add del">
        <pc:chgData name="panwanke" userId="2eea59ba-b83b-4a63-b222-cef7f900ec6d" providerId="ADAL" clId="{9529A2F3-7C2E-4D7C-BE68-F9282F62F7CA}" dt="2022-06-25T12:18:50.009" v="1964"/>
        <pc:sldMkLst>
          <pc:docMk/>
          <pc:sldMk cId="2423580813" sldId="278"/>
        </pc:sldMkLst>
      </pc:sldChg>
      <pc:sldChg chg="delSp modSp del mod setBg">
        <pc:chgData name="panwanke" userId="2eea59ba-b83b-4a63-b222-cef7f900ec6d" providerId="ADAL" clId="{9529A2F3-7C2E-4D7C-BE68-F9282F62F7CA}" dt="2022-06-24T08:48:46.737" v="316" actId="47"/>
        <pc:sldMkLst>
          <pc:docMk/>
          <pc:sldMk cId="3323887446" sldId="278"/>
        </pc:sldMkLst>
        <pc:spChg chg="del">
          <ac:chgData name="panwanke" userId="2eea59ba-b83b-4a63-b222-cef7f900ec6d" providerId="ADAL" clId="{9529A2F3-7C2E-4D7C-BE68-F9282F62F7CA}" dt="2022-06-24T06:24:56.238" v="141" actId="478"/>
          <ac:spMkLst>
            <pc:docMk/>
            <pc:sldMk cId="3323887446" sldId="278"/>
            <ac:spMk id="63" creationId="{8BEAC55E-FD3E-4A90-B4E2-D197D8038366}"/>
          </ac:spMkLst>
        </pc:spChg>
        <pc:spChg chg="mod ord modVis">
          <ac:chgData name="panwanke" userId="2eea59ba-b83b-4a63-b222-cef7f900ec6d" providerId="ADAL" clId="{9529A2F3-7C2E-4D7C-BE68-F9282F62F7CA}" dt="2022-06-24T06:25:36.177" v="144" actId="13244"/>
          <ac:spMkLst>
            <pc:docMk/>
            <pc:sldMk cId="3323887446" sldId="278"/>
            <ac:spMk id="65" creationId="{282DCAD1-D7F2-4CA8-960C-526B7DB37A82}"/>
          </ac:spMkLst>
        </pc:spChg>
        <pc:spChg chg="mod ord">
          <ac:chgData name="panwanke" userId="2eea59ba-b83b-4a63-b222-cef7f900ec6d" providerId="ADAL" clId="{9529A2F3-7C2E-4D7C-BE68-F9282F62F7CA}" dt="2022-06-24T06:25:37.492" v="145" actId="13244"/>
          <ac:spMkLst>
            <pc:docMk/>
            <pc:sldMk cId="3323887446" sldId="278"/>
            <ac:spMk id="67" creationId="{0009AC7F-1347-41C8-8BEB-47473A21A696}"/>
          </ac:spMkLst>
        </pc:spChg>
      </pc:sldChg>
      <pc:sldChg chg="del">
        <pc:chgData name="panwanke" userId="2eea59ba-b83b-4a63-b222-cef7f900ec6d" providerId="ADAL" clId="{9529A2F3-7C2E-4D7C-BE68-F9282F62F7CA}" dt="2022-06-25T10:23:45.621" v="689" actId="47"/>
        <pc:sldMkLst>
          <pc:docMk/>
          <pc:sldMk cId="3259476139" sldId="279"/>
        </pc:sldMkLst>
      </pc:sldChg>
      <pc:sldChg chg="del">
        <pc:chgData name="panwanke" userId="2eea59ba-b83b-4a63-b222-cef7f900ec6d" providerId="ADAL" clId="{9529A2F3-7C2E-4D7C-BE68-F9282F62F7CA}" dt="2022-06-24T08:48:46.737" v="316" actId="47"/>
        <pc:sldMkLst>
          <pc:docMk/>
          <pc:sldMk cId="2754125889" sldId="280"/>
        </pc:sldMkLst>
      </pc:sldChg>
      <pc:sldChg chg="del">
        <pc:chgData name="panwanke" userId="2eea59ba-b83b-4a63-b222-cef7f900ec6d" providerId="ADAL" clId="{9529A2F3-7C2E-4D7C-BE68-F9282F62F7CA}" dt="2022-06-25T11:25:00.401" v="1002" actId="47"/>
        <pc:sldMkLst>
          <pc:docMk/>
          <pc:sldMk cId="3613540256" sldId="281"/>
        </pc:sldMkLst>
      </pc:sldChg>
      <pc:sldChg chg="del">
        <pc:chgData name="panwanke" userId="2eea59ba-b83b-4a63-b222-cef7f900ec6d" providerId="ADAL" clId="{9529A2F3-7C2E-4D7C-BE68-F9282F62F7CA}" dt="2022-06-25T08:49:26.097" v="581" actId="47"/>
        <pc:sldMkLst>
          <pc:docMk/>
          <pc:sldMk cId="158514359" sldId="282"/>
        </pc:sldMkLst>
      </pc:sldChg>
      <pc:sldChg chg="del">
        <pc:chgData name="panwanke" userId="2eea59ba-b83b-4a63-b222-cef7f900ec6d" providerId="ADAL" clId="{9529A2F3-7C2E-4D7C-BE68-F9282F62F7CA}" dt="2022-06-25T10:23:48.338" v="690" actId="47"/>
        <pc:sldMkLst>
          <pc:docMk/>
          <pc:sldMk cId="1076199652" sldId="283"/>
        </pc:sldMkLst>
      </pc:sldChg>
      <pc:sldChg chg="del">
        <pc:chgData name="panwanke" userId="2eea59ba-b83b-4a63-b222-cef7f900ec6d" providerId="ADAL" clId="{9529A2F3-7C2E-4D7C-BE68-F9282F62F7CA}" dt="2022-06-25T11:25:05.358" v="1004" actId="47"/>
        <pc:sldMkLst>
          <pc:docMk/>
          <pc:sldMk cId="2934138219" sldId="284"/>
        </pc:sldMkLst>
      </pc:sldChg>
      <pc:sldChg chg="addSp delSp modSp mod ord modNotesTx">
        <pc:chgData name="panwanke" userId="2eea59ba-b83b-4a63-b222-cef7f900ec6d" providerId="ADAL" clId="{9529A2F3-7C2E-4D7C-BE68-F9282F62F7CA}" dt="2022-06-27T14:03:12.607" v="7787" actId="20577"/>
        <pc:sldMkLst>
          <pc:docMk/>
          <pc:sldMk cId="4210227339" sldId="285"/>
        </pc:sldMkLst>
        <pc:spChg chg="mod">
          <ac:chgData name="panwanke" userId="2eea59ba-b83b-4a63-b222-cef7f900ec6d" providerId="ADAL" clId="{9529A2F3-7C2E-4D7C-BE68-F9282F62F7CA}" dt="2022-06-25T13:29:21.233" v="2650" actId="1076"/>
          <ac:spMkLst>
            <pc:docMk/>
            <pc:sldMk cId="4210227339" sldId="285"/>
            <ac:spMk id="4" creationId="{E4FDB5A4-C30D-4425-BB5F-3BBF7F547CB0}"/>
          </ac:spMkLst>
        </pc:spChg>
        <pc:spChg chg="del">
          <ac:chgData name="panwanke" userId="2eea59ba-b83b-4a63-b222-cef7f900ec6d" providerId="ADAL" clId="{9529A2F3-7C2E-4D7C-BE68-F9282F62F7CA}" dt="2022-06-25T13:28:59.847" v="2643" actId="478"/>
          <ac:spMkLst>
            <pc:docMk/>
            <pc:sldMk cId="4210227339" sldId="285"/>
            <ac:spMk id="6" creationId="{29B632FB-E42C-4BFB-A774-E09BE9CAA095}"/>
          </ac:spMkLst>
        </pc:spChg>
        <pc:spChg chg="add">
          <ac:chgData name="panwanke" userId="2eea59ba-b83b-4a63-b222-cef7f900ec6d" providerId="ADAL" clId="{9529A2F3-7C2E-4D7C-BE68-F9282F62F7CA}" dt="2022-06-26T15:00:38.193" v="3805" actId="22"/>
          <ac:spMkLst>
            <pc:docMk/>
            <pc:sldMk cId="4210227339" sldId="285"/>
            <ac:spMk id="6" creationId="{CD2F7652-661C-77E5-B97E-6522616A72F1}"/>
          </ac:spMkLst>
        </pc:spChg>
        <pc:spChg chg="mod">
          <ac:chgData name="panwanke" userId="2eea59ba-b83b-4a63-b222-cef7f900ec6d" providerId="ADAL" clId="{9529A2F3-7C2E-4D7C-BE68-F9282F62F7CA}" dt="2022-06-25T13:29:09.098" v="2645" actId="1076"/>
          <ac:spMkLst>
            <pc:docMk/>
            <pc:sldMk cId="4210227339" sldId="285"/>
            <ac:spMk id="10" creationId="{4513365E-C82A-4E1B-AD11-D492243108D9}"/>
          </ac:spMkLst>
        </pc:spChg>
        <pc:spChg chg="add">
          <ac:chgData name="panwanke" userId="2eea59ba-b83b-4a63-b222-cef7f900ec6d" providerId="ADAL" clId="{9529A2F3-7C2E-4D7C-BE68-F9282F62F7CA}" dt="2022-06-26T15:00:38.193" v="3805" actId="22"/>
          <ac:spMkLst>
            <pc:docMk/>
            <pc:sldMk cId="4210227339" sldId="285"/>
            <ac:spMk id="11" creationId="{1F7B8AAE-590D-8ED3-5857-10C305FB3E9F}"/>
          </ac:spMkLst>
        </pc:spChg>
        <pc:spChg chg="mod">
          <ac:chgData name="panwanke" userId="2eea59ba-b83b-4a63-b222-cef7f900ec6d" providerId="ADAL" clId="{9529A2F3-7C2E-4D7C-BE68-F9282F62F7CA}" dt="2022-06-25T13:29:09.098" v="2645" actId="1076"/>
          <ac:spMkLst>
            <pc:docMk/>
            <pc:sldMk cId="4210227339" sldId="285"/>
            <ac:spMk id="12" creationId="{D11E7BC8-6DE7-4F71-AC33-17E540F4285C}"/>
          </ac:spMkLst>
        </pc:spChg>
        <pc:spChg chg="mod">
          <ac:chgData name="panwanke" userId="2eea59ba-b83b-4a63-b222-cef7f900ec6d" providerId="ADAL" clId="{9529A2F3-7C2E-4D7C-BE68-F9282F62F7CA}" dt="2022-06-25T13:29:35.567" v="2651" actId="13822"/>
          <ac:spMkLst>
            <pc:docMk/>
            <pc:sldMk cId="4210227339" sldId="285"/>
            <ac:spMk id="13" creationId="{34FB6F92-6FDE-4C97-9932-BF1F9E2801A3}"/>
          </ac:spMkLst>
        </pc:spChg>
        <pc:spChg chg="mod">
          <ac:chgData name="panwanke" userId="2eea59ba-b83b-4a63-b222-cef7f900ec6d" providerId="ADAL" clId="{9529A2F3-7C2E-4D7C-BE68-F9282F62F7CA}" dt="2022-06-25T13:29:35.567" v="2651" actId="13822"/>
          <ac:spMkLst>
            <pc:docMk/>
            <pc:sldMk cId="4210227339" sldId="285"/>
            <ac:spMk id="14" creationId="{E09DF218-F06A-455D-96CA-AD5C8D76E7AE}"/>
          </ac:spMkLst>
        </pc:spChg>
        <pc:spChg chg="mod">
          <ac:chgData name="panwanke" userId="2eea59ba-b83b-4a63-b222-cef7f900ec6d" providerId="ADAL" clId="{9529A2F3-7C2E-4D7C-BE68-F9282F62F7CA}" dt="2022-06-25T13:29:09.098" v="2645" actId="1076"/>
          <ac:spMkLst>
            <pc:docMk/>
            <pc:sldMk cId="4210227339" sldId="285"/>
            <ac:spMk id="15" creationId="{82F1D805-3100-44CD-A28F-765512A5C8CA}"/>
          </ac:spMkLst>
        </pc:spChg>
        <pc:spChg chg="add">
          <ac:chgData name="panwanke" userId="2eea59ba-b83b-4a63-b222-cef7f900ec6d" providerId="ADAL" clId="{9529A2F3-7C2E-4D7C-BE68-F9282F62F7CA}" dt="2022-06-26T15:00:38.193" v="3805" actId="22"/>
          <ac:spMkLst>
            <pc:docMk/>
            <pc:sldMk cId="4210227339" sldId="285"/>
            <ac:spMk id="18" creationId="{D0C49AA0-89D1-D621-C701-D38D5E320186}"/>
          </ac:spMkLst>
        </pc:spChg>
        <pc:spChg chg="add">
          <ac:chgData name="panwanke" userId="2eea59ba-b83b-4a63-b222-cef7f900ec6d" providerId="ADAL" clId="{9529A2F3-7C2E-4D7C-BE68-F9282F62F7CA}" dt="2022-06-26T15:00:38.193" v="3805" actId="22"/>
          <ac:spMkLst>
            <pc:docMk/>
            <pc:sldMk cId="4210227339" sldId="285"/>
            <ac:spMk id="20" creationId="{C9659453-284A-32C9-92DC-4D73514C9B75}"/>
          </ac:spMkLst>
        </pc:spChg>
        <pc:spChg chg="add">
          <ac:chgData name="panwanke" userId="2eea59ba-b83b-4a63-b222-cef7f900ec6d" providerId="ADAL" clId="{9529A2F3-7C2E-4D7C-BE68-F9282F62F7CA}" dt="2022-06-26T15:00:38.193" v="3805" actId="22"/>
          <ac:spMkLst>
            <pc:docMk/>
            <pc:sldMk cId="4210227339" sldId="285"/>
            <ac:spMk id="22" creationId="{B7F7E5F7-B037-CBE8-1727-51E1AC74F426}"/>
          </ac:spMkLst>
        </pc:spChg>
        <pc:spChg chg="add">
          <ac:chgData name="panwanke" userId="2eea59ba-b83b-4a63-b222-cef7f900ec6d" providerId="ADAL" clId="{9529A2F3-7C2E-4D7C-BE68-F9282F62F7CA}" dt="2022-06-26T15:00:38.193" v="3805" actId="22"/>
          <ac:spMkLst>
            <pc:docMk/>
            <pc:sldMk cId="4210227339" sldId="285"/>
            <ac:spMk id="24" creationId="{E23A9DF8-FFCF-6569-B94A-E8CE67A3311D}"/>
          </ac:spMkLst>
        </pc:spChg>
        <pc:spChg chg="add">
          <ac:chgData name="panwanke" userId="2eea59ba-b83b-4a63-b222-cef7f900ec6d" providerId="ADAL" clId="{9529A2F3-7C2E-4D7C-BE68-F9282F62F7CA}" dt="2022-06-26T15:00:38.193" v="3805" actId="22"/>
          <ac:spMkLst>
            <pc:docMk/>
            <pc:sldMk cId="4210227339" sldId="285"/>
            <ac:spMk id="26" creationId="{3D4B7A55-23A4-857D-76C8-B6FF4DDF75B3}"/>
          </ac:spMkLst>
        </pc:spChg>
        <pc:graphicFrameChg chg="del">
          <ac:chgData name="panwanke" userId="2eea59ba-b83b-4a63-b222-cef7f900ec6d" providerId="ADAL" clId="{9529A2F3-7C2E-4D7C-BE68-F9282F62F7CA}" dt="2022-06-25T13:28:11.167" v="2635" actId="478"/>
          <ac:graphicFrameMkLst>
            <pc:docMk/>
            <pc:sldMk cId="4210227339" sldId="285"/>
            <ac:graphicFrameMk id="3" creationId="{0B832680-4F4A-4D2C-A470-57757B096E3E}"/>
          </ac:graphicFrameMkLst>
        </pc:graphicFrameChg>
        <pc:picChg chg="add mod">
          <ac:chgData name="panwanke" userId="2eea59ba-b83b-4a63-b222-cef7f900ec6d" providerId="ADAL" clId="{9529A2F3-7C2E-4D7C-BE68-F9282F62F7CA}" dt="2022-06-25T13:29:10.492" v="2646" actId="1076"/>
          <ac:picMkLst>
            <pc:docMk/>
            <pc:sldMk cId="4210227339" sldId="285"/>
            <ac:picMk id="8" creationId="{CA0114E9-932B-334F-960C-B718252AB337}"/>
          </ac:picMkLst>
        </pc:picChg>
        <pc:picChg chg="mod">
          <ac:chgData name="panwanke" userId="2eea59ba-b83b-4a63-b222-cef7f900ec6d" providerId="ADAL" clId="{9529A2F3-7C2E-4D7C-BE68-F9282F62F7CA}" dt="2022-06-25T13:29:02.812" v="2644" actId="1076"/>
          <ac:picMkLst>
            <pc:docMk/>
            <pc:sldMk cId="4210227339" sldId="285"/>
            <ac:picMk id="9" creationId="{8C5AA95B-C899-475F-9FC0-A6A367A90B0F}"/>
          </ac:picMkLst>
        </pc:picChg>
        <pc:picChg chg="add mod">
          <ac:chgData name="panwanke" userId="2eea59ba-b83b-4a63-b222-cef7f900ec6d" providerId="ADAL" clId="{9529A2F3-7C2E-4D7C-BE68-F9282F62F7CA}" dt="2022-06-25T13:29:12.154" v="2647" actId="1076"/>
          <ac:picMkLst>
            <pc:docMk/>
            <pc:sldMk cId="4210227339" sldId="285"/>
            <ac:picMk id="16" creationId="{6839B018-3FC6-97BD-9582-352A43AC2720}"/>
          </ac:picMkLst>
        </pc:picChg>
      </pc:sldChg>
      <pc:sldChg chg="del">
        <pc:chgData name="panwanke" userId="2eea59ba-b83b-4a63-b222-cef7f900ec6d" providerId="ADAL" clId="{9529A2F3-7C2E-4D7C-BE68-F9282F62F7CA}" dt="2022-06-25T10:34:42.222" v="996" actId="47"/>
        <pc:sldMkLst>
          <pc:docMk/>
          <pc:sldMk cId="2135851494" sldId="287"/>
        </pc:sldMkLst>
      </pc:sldChg>
      <pc:sldChg chg="del">
        <pc:chgData name="panwanke" userId="2eea59ba-b83b-4a63-b222-cef7f900ec6d" providerId="ADAL" clId="{9529A2F3-7C2E-4D7C-BE68-F9282F62F7CA}" dt="2022-06-25T10:34:42.222" v="996" actId="47"/>
        <pc:sldMkLst>
          <pc:docMk/>
          <pc:sldMk cId="2053282762" sldId="288"/>
        </pc:sldMkLst>
      </pc:sldChg>
      <pc:sldChg chg="del">
        <pc:chgData name="panwanke" userId="2eea59ba-b83b-4a63-b222-cef7f900ec6d" providerId="ADAL" clId="{9529A2F3-7C2E-4D7C-BE68-F9282F62F7CA}" dt="2022-06-25T10:34:42.222" v="996" actId="47"/>
        <pc:sldMkLst>
          <pc:docMk/>
          <pc:sldMk cId="1725426021" sldId="289"/>
        </pc:sldMkLst>
      </pc:sldChg>
      <pc:sldChg chg="del">
        <pc:chgData name="panwanke" userId="2eea59ba-b83b-4a63-b222-cef7f900ec6d" providerId="ADAL" clId="{9529A2F3-7C2E-4D7C-BE68-F9282F62F7CA}" dt="2022-06-25T10:34:44.544" v="998" actId="47"/>
        <pc:sldMkLst>
          <pc:docMk/>
          <pc:sldMk cId="392774332" sldId="290"/>
        </pc:sldMkLst>
      </pc:sldChg>
      <pc:sldChg chg="del">
        <pc:chgData name="panwanke" userId="2eea59ba-b83b-4a63-b222-cef7f900ec6d" providerId="ADAL" clId="{9529A2F3-7C2E-4D7C-BE68-F9282F62F7CA}" dt="2022-06-25T10:34:43.989" v="997" actId="47"/>
        <pc:sldMkLst>
          <pc:docMk/>
          <pc:sldMk cId="2458550762" sldId="291"/>
        </pc:sldMkLst>
      </pc:sldChg>
      <pc:sldChg chg="del">
        <pc:chgData name="panwanke" userId="2eea59ba-b83b-4a63-b222-cef7f900ec6d" providerId="ADAL" clId="{9529A2F3-7C2E-4D7C-BE68-F9282F62F7CA}" dt="2022-06-25T12:37:59.301" v="2252" actId="47"/>
        <pc:sldMkLst>
          <pc:docMk/>
          <pc:sldMk cId="3446670393" sldId="292"/>
        </pc:sldMkLst>
      </pc:sldChg>
      <pc:sldChg chg="delSp del mod">
        <pc:chgData name="panwanke" userId="2eea59ba-b83b-4a63-b222-cef7f900ec6d" providerId="ADAL" clId="{9529A2F3-7C2E-4D7C-BE68-F9282F62F7CA}" dt="2022-06-25T13:28:08.200" v="2634" actId="47"/>
        <pc:sldMkLst>
          <pc:docMk/>
          <pc:sldMk cId="4169230189" sldId="293"/>
        </pc:sldMkLst>
        <pc:graphicFrameChg chg="del">
          <ac:chgData name="panwanke" userId="2eea59ba-b83b-4a63-b222-cef7f900ec6d" providerId="ADAL" clId="{9529A2F3-7C2E-4D7C-BE68-F9282F62F7CA}" dt="2022-06-25T13:27:42.982" v="2631" actId="478"/>
          <ac:graphicFrameMkLst>
            <pc:docMk/>
            <pc:sldMk cId="4169230189" sldId="293"/>
            <ac:graphicFrameMk id="17" creationId="{07988A79-E334-486C-ACC6-538C956FD1A8}"/>
          </ac:graphicFrameMkLst>
        </pc:graphicFrameChg>
      </pc:sldChg>
      <pc:sldChg chg="del">
        <pc:chgData name="panwanke" userId="2eea59ba-b83b-4a63-b222-cef7f900ec6d" providerId="ADAL" clId="{9529A2F3-7C2E-4D7C-BE68-F9282F62F7CA}" dt="2022-06-25T13:28:03.312" v="2633" actId="47"/>
        <pc:sldMkLst>
          <pc:docMk/>
          <pc:sldMk cId="3427651949" sldId="294"/>
        </pc:sldMkLst>
      </pc:sldChg>
      <pc:sldChg chg="del">
        <pc:chgData name="panwanke" userId="2eea59ba-b83b-4a63-b222-cef7f900ec6d" providerId="ADAL" clId="{9529A2F3-7C2E-4D7C-BE68-F9282F62F7CA}" dt="2022-06-25T12:37:59.301" v="2252" actId="47"/>
        <pc:sldMkLst>
          <pc:docMk/>
          <pc:sldMk cId="2779900361" sldId="295"/>
        </pc:sldMkLst>
      </pc:sldChg>
      <pc:sldChg chg="del">
        <pc:chgData name="panwanke" userId="2eea59ba-b83b-4a63-b222-cef7f900ec6d" providerId="ADAL" clId="{9529A2F3-7C2E-4D7C-BE68-F9282F62F7CA}" dt="2022-06-25T12:37:59.301" v="2252" actId="47"/>
        <pc:sldMkLst>
          <pc:docMk/>
          <pc:sldMk cId="2418793866" sldId="296"/>
        </pc:sldMkLst>
      </pc:sldChg>
      <pc:sldChg chg="addSp delSp modSp mod ord modNotesTx">
        <pc:chgData name="panwanke" userId="2eea59ba-b83b-4a63-b222-cef7f900ec6d" providerId="ADAL" clId="{9529A2F3-7C2E-4D7C-BE68-F9282F62F7CA}" dt="2022-06-27T14:46:17.194" v="9608" actId="20577"/>
        <pc:sldMkLst>
          <pc:docMk/>
          <pc:sldMk cId="2643928822" sldId="297"/>
        </pc:sldMkLst>
        <pc:spChg chg="del">
          <ac:chgData name="panwanke" userId="2eea59ba-b83b-4a63-b222-cef7f900ec6d" providerId="ADAL" clId="{9529A2F3-7C2E-4D7C-BE68-F9282F62F7CA}" dt="2022-06-26T15:06:47.400" v="3905" actId="478"/>
          <ac:spMkLst>
            <pc:docMk/>
            <pc:sldMk cId="2643928822" sldId="297"/>
            <ac:spMk id="2" creationId="{F9BFF834-B948-4010-A2FC-E706EE61FCC9}"/>
          </ac:spMkLst>
        </pc:spChg>
        <pc:spChg chg="mod">
          <ac:chgData name="panwanke" userId="2eea59ba-b83b-4a63-b222-cef7f900ec6d" providerId="ADAL" clId="{9529A2F3-7C2E-4D7C-BE68-F9282F62F7CA}" dt="2022-06-25T13:15:48.262" v="2603" actId="20577"/>
          <ac:spMkLst>
            <pc:docMk/>
            <pc:sldMk cId="2643928822" sldId="297"/>
            <ac:spMk id="4" creationId="{E4FDB5A4-C30D-4425-BB5F-3BBF7F547CB0}"/>
          </ac:spMkLst>
        </pc:spChg>
        <pc:spChg chg="add del">
          <ac:chgData name="panwanke" userId="2eea59ba-b83b-4a63-b222-cef7f900ec6d" providerId="ADAL" clId="{9529A2F3-7C2E-4D7C-BE68-F9282F62F7CA}" dt="2022-06-26T15:06:47.400" v="3905" actId="478"/>
          <ac:spMkLst>
            <pc:docMk/>
            <pc:sldMk cId="2643928822" sldId="297"/>
            <ac:spMk id="8" creationId="{E83A5AC2-0D07-7F1C-13DE-DB1FF0A869DF}"/>
          </ac:spMkLst>
        </pc:spChg>
        <pc:spChg chg="add del">
          <ac:chgData name="panwanke" userId="2eea59ba-b83b-4a63-b222-cef7f900ec6d" providerId="ADAL" clId="{9529A2F3-7C2E-4D7C-BE68-F9282F62F7CA}" dt="2022-06-26T15:06:47.400" v="3905" actId="478"/>
          <ac:spMkLst>
            <pc:docMk/>
            <pc:sldMk cId="2643928822" sldId="297"/>
            <ac:spMk id="11" creationId="{71073022-142C-91AE-964E-05DB4E7653D4}"/>
          </ac:spMkLst>
        </pc:spChg>
        <pc:spChg chg="add del">
          <ac:chgData name="panwanke" userId="2eea59ba-b83b-4a63-b222-cef7f900ec6d" providerId="ADAL" clId="{9529A2F3-7C2E-4D7C-BE68-F9282F62F7CA}" dt="2022-06-26T15:06:47.400" v="3905" actId="478"/>
          <ac:spMkLst>
            <pc:docMk/>
            <pc:sldMk cId="2643928822" sldId="297"/>
            <ac:spMk id="15" creationId="{CB75D88C-77C8-4405-EC8A-D6E25153ADA6}"/>
          </ac:spMkLst>
        </pc:spChg>
        <pc:spChg chg="add del">
          <ac:chgData name="panwanke" userId="2eea59ba-b83b-4a63-b222-cef7f900ec6d" providerId="ADAL" clId="{9529A2F3-7C2E-4D7C-BE68-F9282F62F7CA}" dt="2022-06-26T15:06:47.400" v="3905" actId="478"/>
          <ac:spMkLst>
            <pc:docMk/>
            <pc:sldMk cId="2643928822" sldId="297"/>
            <ac:spMk id="17" creationId="{B4CE3316-DB72-1B1B-0891-0B03B86CFAE1}"/>
          </ac:spMkLst>
        </pc:spChg>
        <pc:spChg chg="add del">
          <ac:chgData name="panwanke" userId="2eea59ba-b83b-4a63-b222-cef7f900ec6d" providerId="ADAL" clId="{9529A2F3-7C2E-4D7C-BE68-F9282F62F7CA}" dt="2022-06-26T15:06:47.400" v="3905" actId="478"/>
          <ac:spMkLst>
            <pc:docMk/>
            <pc:sldMk cId="2643928822" sldId="297"/>
            <ac:spMk id="19" creationId="{05214500-5277-4A2D-4FF3-5719FBF6BCB4}"/>
          </ac:spMkLst>
        </pc:spChg>
        <pc:spChg chg="add del">
          <ac:chgData name="panwanke" userId="2eea59ba-b83b-4a63-b222-cef7f900ec6d" providerId="ADAL" clId="{9529A2F3-7C2E-4D7C-BE68-F9282F62F7CA}" dt="2022-06-26T15:06:47.400" v="3905" actId="478"/>
          <ac:spMkLst>
            <pc:docMk/>
            <pc:sldMk cId="2643928822" sldId="297"/>
            <ac:spMk id="21" creationId="{73F41C8E-7008-52E6-9844-E6BA4DEB1B41}"/>
          </ac:spMkLst>
        </pc:spChg>
        <pc:spChg chg="add">
          <ac:chgData name="panwanke" userId="2eea59ba-b83b-4a63-b222-cef7f900ec6d" providerId="ADAL" clId="{9529A2F3-7C2E-4D7C-BE68-F9282F62F7CA}" dt="2022-06-26T15:06:48.386" v="3906" actId="22"/>
          <ac:spMkLst>
            <pc:docMk/>
            <pc:sldMk cId="2643928822" sldId="297"/>
            <ac:spMk id="23" creationId="{1455109A-ECEB-5077-FD0C-A0E8FE90C66D}"/>
          </ac:spMkLst>
        </pc:spChg>
        <pc:spChg chg="add">
          <ac:chgData name="panwanke" userId="2eea59ba-b83b-4a63-b222-cef7f900ec6d" providerId="ADAL" clId="{9529A2F3-7C2E-4D7C-BE68-F9282F62F7CA}" dt="2022-06-26T15:06:48.386" v="3906" actId="22"/>
          <ac:spMkLst>
            <pc:docMk/>
            <pc:sldMk cId="2643928822" sldId="297"/>
            <ac:spMk id="25" creationId="{60B121E8-00D1-8586-423A-551A107BB47D}"/>
          </ac:spMkLst>
        </pc:spChg>
        <pc:spChg chg="add">
          <ac:chgData name="panwanke" userId="2eea59ba-b83b-4a63-b222-cef7f900ec6d" providerId="ADAL" clId="{9529A2F3-7C2E-4D7C-BE68-F9282F62F7CA}" dt="2022-06-26T15:06:48.386" v="3906" actId="22"/>
          <ac:spMkLst>
            <pc:docMk/>
            <pc:sldMk cId="2643928822" sldId="297"/>
            <ac:spMk id="27" creationId="{7995DBF5-8DF5-13B7-5C56-5E9E6B5D4C01}"/>
          </ac:spMkLst>
        </pc:spChg>
        <pc:spChg chg="add">
          <ac:chgData name="panwanke" userId="2eea59ba-b83b-4a63-b222-cef7f900ec6d" providerId="ADAL" clId="{9529A2F3-7C2E-4D7C-BE68-F9282F62F7CA}" dt="2022-06-26T15:06:48.386" v="3906" actId="22"/>
          <ac:spMkLst>
            <pc:docMk/>
            <pc:sldMk cId="2643928822" sldId="297"/>
            <ac:spMk id="29" creationId="{9C2DD4E8-6F46-214B-499B-F56C86A20D59}"/>
          </ac:spMkLst>
        </pc:spChg>
        <pc:spChg chg="add">
          <ac:chgData name="panwanke" userId="2eea59ba-b83b-4a63-b222-cef7f900ec6d" providerId="ADAL" clId="{9529A2F3-7C2E-4D7C-BE68-F9282F62F7CA}" dt="2022-06-26T15:06:48.386" v="3906" actId="22"/>
          <ac:spMkLst>
            <pc:docMk/>
            <pc:sldMk cId="2643928822" sldId="297"/>
            <ac:spMk id="31" creationId="{29C9BEC2-4577-8C12-D340-A4914043EBA6}"/>
          </ac:spMkLst>
        </pc:spChg>
      </pc:sldChg>
      <pc:sldChg chg="del">
        <pc:chgData name="panwanke" userId="2eea59ba-b83b-4a63-b222-cef7f900ec6d" providerId="ADAL" clId="{9529A2F3-7C2E-4D7C-BE68-F9282F62F7CA}" dt="2022-06-25T11:25:36.379" v="1005" actId="47"/>
        <pc:sldMkLst>
          <pc:docMk/>
          <pc:sldMk cId="3094018874" sldId="298"/>
        </pc:sldMkLst>
      </pc:sldChg>
      <pc:sldChg chg="del">
        <pc:chgData name="panwanke" userId="2eea59ba-b83b-4a63-b222-cef7f900ec6d" providerId="ADAL" clId="{9529A2F3-7C2E-4D7C-BE68-F9282F62F7CA}" dt="2022-06-25T11:25:49.715" v="1006" actId="47"/>
        <pc:sldMkLst>
          <pc:docMk/>
          <pc:sldMk cId="3757603174" sldId="299"/>
        </pc:sldMkLst>
      </pc:sldChg>
      <pc:sldChg chg="del">
        <pc:chgData name="panwanke" userId="2eea59ba-b83b-4a63-b222-cef7f900ec6d" providerId="ADAL" clId="{9529A2F3-7C2E-4D7C-BE68-F9282F62F7CA}" dt="2022-06-25T11:25:36.379" v="1005" actId="47"/>
        <pc:sldMkLst>
          <pc:docMk/>
          <pc:sldMk cId="2546707962" sldId="300"/>
        </pc:sldMkLst>
      </pc:sldChg>
      <pc:sldChg chg="del">
        <pc:chgData name="panwanke" userId="2eea59ba-b83b-4a63-b222-cef7f900ec6d" providerId="ADAL" clId="{9529A2F3-7C2E-4D7C-BE68-F9282F62F7CA}" dt="2022-06-25T11:25:36.379" v="1005" actId="47"/>
        <pc:sldMkLst>
          <pc:docMk/>
          <pc:sldMk cId="3156872675" sldId="301"/>
        </pc:sldMkLst>
      </pc:sldChg>
      <pc:sldChg chg="del">
        <pc:chgData name="panwanke" userId="2eea59ba-b83b-4a63-b222-cef7f900ec6d" providerId="ADAL" clId="{9529A2F3-7C2E-4D7C-BE68-F9282F62F7CA}" dt="2022-06-25T11:25:36.379" v="1005" actId="47"/>
        <pc:sldMkLst>
          <pc:docMk/>
          <pc:sldMk cId="805781623" sldId="303"/>
        </pc:sldMkLst>
      </pc:sldChg>
      <pc:sldChg chg="addSp mod ord modNotesTx">
        <pc:chgData name="panwanke" userId="2eea59ba-b83b-4a63-b222-cef7f900ec6d" providerId="ADAL" clId="{9529A2F3-7C2E-4D7C-BE68-F9282F62F7CA}" dt="2022-06-27T14:46:42.455" v="9655" actId="20577"/>
        <pc:sldMkLst>
          <pc:docMk/>
          <pc:sldMk cId="656461484" sldId="304"/>
        </pc:sldMkLst>
        <pc:spChg chg="add">
          <ac:chgData name="panwanke" userId="2eea59ba-b83b-4a63-b222-cef7f900ec6d" providerId="ADAL" clId="{9529A2F3-7C2E-4D7C-BE68-F9282F62F7CA}" dt="2022-06-26T15:01:32.308" v="3825" actId="22"/>
          <ac:spMkLst>
            <pc:docMk/>
            <pc:sldMk cId="656461484" sldId="304"/>
            <ac:spMk id="6" creationId="{7F5DE4C5-5989-2BDC-7D00-2386A9CD8244}"/>
          </ac:spMkLst>
        </pc:spChg>
        <pc:spChg chg="add">
          <ac:chgData name="panwanke" userId="2eea59ba-b83b-4a63-b222-cef7f900ec6d" providerId="ADAL" clId="{9529A2F3-7C2E-4D7C-BE68-F9282F62F7CA}" dt="2022-06-26T15:01:32.308" v="3825" actId="22"/>
          <ac:spMkLst>
            <pc:docMk/>
            <pc:sldMk cId="656461484" sldId="304"/>
            <ac:spMk id="8" creationId="{BECFA8B6-3B6D-8C5F-608D-17D6911D857F}"/>
          </ac:spMkLst>
        </pc:spChg>
        <pc:spChg chg="add">
          <ac:chgData name="panwanke" userId="2eea59ba-b83b-4a63-b222-cef7f900ec6d" providerId="ADAL" clId="{9529A2F3-7C2E-4D7C-BE68-F9282F62F7CA}" dt="2022-06-26T15:01:32.308" v="3825" actId="22"/>
          <ac:spMkLst>
            <pc:docMk/>
            <pc:sldMk cId="656461484" sldId="304"/>
            <ac:spMk id="10" creationId="{7E9E500F-7B3D-C8AB-61C8-C26DC9958E10}"/>
          </ac:spMkLst>
        </pc:spChg>
        <pc:spChg chg="add">
          <ac:chgData name="panwanke" userId="2eea59ba-b83b-4a63-b222-cef7f900ec6d" providerId="ADAL" clId="{9529A2F3-7C2E-4D7C-BE68-F9282F62F7CA}" dt="2022-06-26T15:01:32.308" v="3825" actId="22"/>
          <ac:spMkLst>
            <pc:docMk/>
            <pc:sldMk cId="656461484" sldId="304"/>
            <ac:spMk id="14" creationId="{B92C966B-CE56-F642-9CE4-EA1DDDBD1094}"/>
          </ac:spMkLst>
        </pc:spChg>
        <pc:spChg chg="add">
          <ac:chgData name="panwanke" userId="2eea59ba-b83b-4a63-b222-cef7f900ec6d" providerId="ADAL" clId="{9529A2F3-7C2E-4D7C-BE68-F9282F62F7CA}" dt="2022-06-26T15:01:32.308" v="3825" actId="22"/>
          <ac:spMkLst>
            <pc:docMk/>
            <pc:sldMk cId="656461484" sldId="304"/>
            <ac:spMk id="16" creationId="{C3E97290-FDF0-B624-82B7-E75741C892F1}"/>
          </ac:spMkLst>
        </pc:spChg>
        <pc:spChg chg="add">
          <ac:chgData name="panwanke" userId="2eea59ba-b83b-4a63-b222-cef7f900ec6d" providerId="ADAL" clId="{9529A2F3-7C2E-4D7C-BE68-F9282F62F7CA}" dt="2022-06-26T15:01:32.308" v="3825" actId="22"/>
          <ac:spMkLst>
            <pc:docMk/>
            <pc:sldMk cId="656461484" sldId="304"/>
            <ac:spMk id="18" creationId="{31890488-1757-4F47-25CF-BACBC438C65C}"/>
          </ac:spMkLst>
        </pc:spChg>
      </pc:sldChg>
      <pc:sldChg chg="del ord">
        <pc:chgData name="panwanke" userId="2eea59ba-b83b-4a63-b222-cef7f900ec6d" providerId="ADAL" clId="{9529A2F3-7C2E-4D7C-BE68-F9282F62F7CA}" dt="2022-06-25T13:16:08.333" v="2604" actId="47"/>
        <pc:sldMkLst>
          <pc:docMk/>
          <pc:sldMk cId="1099273974" sldId="305"/>
        </pc:sldMkLst>
      </pc:sldChg>
      <pc:sldChg chg="del">
        <pc:chgData name="panwanke" userId="2eea59ba-b83b-4a63-b222-cef7f900ec6d" providerId="ADAL" clId="{9529A2F3-7C2E-4D7C-BE68-F9282F62F7CA}" dt="2022-06-26T09:17:24.948" v="2725" actId="47"/>
        <pc:sldMkLst>
          <pc:docMk/>
          <pc:sldMk cId="3798989977" sldId="306"/>
        </pc:sldMkLst>
      </pc:sldChg>
      <pc:sldChg chg="del">
        <pc:chgData name="panwanke" userId="2eea59ba-b83b-4a63-b222-cef7f900ec6d" providerId="ADAL" clId="{9529A2F3-7C2E-4D7C-BE68-F9282F62F7CA}" dt="2022-06-25T11:25:04.549" v="1003" actId="47"/>
        <pc:sldMkLst>
          <pc:docMk/>
          <pc:sldMk cId="2466932919" sldId="307"/>
        </pc:sldMkLst>
      </pc:sldChg>
      <pc:sldChg chg="addSp delSp modSp mod ord">
        <pc:chgData name="panwanke" userId="2eea59ba-b83b-4a63-b222-cef7f900ec6d" providerId="ADAL" clId="{9529A2F3-7C2E-4D7C-BE68-F9282F62F7CA}" dt="2022-06-27T15:34:20.697" v="10776"/>
        <pc:sldMkLst>
          <pc:docMk/>
          <pc:sldMk cId="2738128845" sldId="308"/>
        </pc:sldMkLst>
        <pc:spChg chg="mod">
          <ac:chgData name="panwanke" userId="2eea59ba-b83b-4a63-b222-cef7f900ec6d" providerId="ADAL" clId="{9529A2F3-7C2E-4D7C-BE68-F9282F62F7CA}" dt="2022-06-26T13:38:48.568" v="3054" actId="27636"/>
          <ac:spMkLst>
            <pc:docMk/>
            <pc:sldMk cId="2738128845" sldId="308"/>
            <ac:spMk id="4" creationId="{E4FDB5A4-C30D-4425-BB5F-3BBF7F547CB0}"/>
          </ac:spMkLst>
        </pc:spChg>
        <pc:spChg chg="add del mod">
          <ac:chgData name="panwanke" userId="2eea59ba-b83b-4a63-b222-cef7f900ec6d" providerId="ADAL" clId="{9529A2F3-7C2E-4D7C-BE68-F9282F62F7CA}" dt="2022-06-26T13:22:32.960" v="2932" actId="478"/>
          <ac:spMkLst>
            <pc:docMk/>
            <pc:sldMk cId="2738128845" sldId="308"/>
            <ac:spMk id="6" creationId="{22B4DCD0-426B-EDF5-0DD6-3EBEF3A1407C}"/>
          </ac:spMkLst>
        </pc:spChg>
        <pc:spChg chg="del">
          <ac:chgData name="panwanke" userId="2eea59ba-b83b-4a63-b222-cef7f900ec6d" providerId="ADAL" clId="{9529A2F3-7C2E-4D7C-BE68-F9282F62F7CA}" dt="2022-06-25T13:18:42.723" v="2628" actId="478"/>
          <ac:spMkLst>
            <pc:docMk/>
            <pc:sldMk cId="2738128845" sldId="308"/>
            <ac:spMk id="6" creationId="{F793B6F9-AC6F-4492-A357-2381FC9D672E}"/>
          </ac:spMkLst>
        </pc:spChg>
        <pc:spChg chg="add del">
          <ac:chgData name="panwanke" userId="2eea59ba-b83b-4a63-b222-cef7f900ec6d" providerId="ADAL" clId="{9529A2F3-7C2E-4D7C-BE68-F9282F62F7CA}" dt="2022-06-26T13:22:47.168" v="2934" actId="22"/>
          <ac:spMkLst>
            <pc:docMk/>
            <pc:sldMk cId="2738128845" sldId="308"/>
            <ac:spMk id="9" creationId="{29B728B5-50C5-5C64-5F4C-AF36C0BF5F31}"/>
          </ac:spMkLst>
        </pc:spChg>
        <pc:spChg chg="add mod">
          <ac:chgData name="panwanke" userId="2eea59ba-b83b-4a63-b222-cef7f900ec6d" providerId="ADAL" clId="{9529A2F3-7C2E-4D7C-BE68-F9282F62F7CA}" dt="2022-06-26T13:22:53.493" v="2936" actId="21"/>
          <ac:spMkLst>
            <pc:docMk/>
            <pc:sldMk cId="2738128845" sldId="308"/>
            <ac:spMk id="11" creationId="{99453903-AA30-D935-EA39-13289DA2A5AB}"/>
          </ac:spMkLst>
        </pc:spChg>
        <pc:spChg chg="add del">
          <ac:chgData name="panwanke" userId="2eea59ba-b83b-4a63-b222-cef7f900ec6d" providerId="ADAL" clId="{9529A2F3-7C2E-4D7C-BE68-F9282F62F7CA}" dt="2022-06-26T13:22:57.002" v="2938" actId="22"/>
          <ac:spMkLst>
            <pc:docMk/>
            <pc:sldMk cId="2738128845" sldId="308"/>
            <ac:spMk id="13" creationId="{8C6AEFA7-8AFF-0344-56BB-8C9435C1D27B}"/>
          </ac:spMkLst>
        </pc:spChg>
        <pc:spChg chg="add mod">
          <ac:chgData name="panwanke" userId="2eea59ba-b83b-4a63-b222-cef7f900ec6d" providerId="ADAL" clId="{9529A2F3-7C2E-4D7C-BE68-F9282F62F7CA}" dt="2022-06-26T13:23:34.761" v="2949" actId="20577"/>
          <ac:spMkLst>
            <pc:docMk/>
            <pc:sldMk cId="2738128845" sldId="308"/>
            <ac:spMk id="15" creationId="{6934CB79-8FA3-F7E1-81D3-9C415FF36331}"/>
          </ac:spMkLst>
        </pc:spChg>
        <pc:spChg chg="add mod">
          <ac:chgData name="panwanke" userId="2eea59ba-b83b-4a63-b222-cef7f900ec6d" providerId="ADAL" clId="{9529A2F3-7C2E-4D7C-BE68-F9282F62F7CA}" dt="2022-06-26T13:27:03.425" v="2954"/>
          <ac:spMkLst>
            <pc:docMk/>
            <pc:sldMk cId="2738128845" sldId="308"/>
            <ac:spMk id="17" creationId="{70541730-3505-D45C-6C0B-BD4928DF8969}"/>
          </ac:spMkLst>
        </pc:spChg>
        <pc:spChg chg="add">
          <ac:chgData name="panwanke" userId="2eea59ba-b83b-4a63-b222-cef7f900ec6d" providerId="ADAL" clId="{9529A2F3-7C2E-4D7C-BE68-F9282F62F7CA}" dt="2022-06-26T15:00:44.122" v="3806" actId="22"/>
          <ac:spMkLst>
            <pc:docMk/>
            <pc:sldMk cId="2738128845" sldId="308"/>
            <ac:spMk id="19" creationId="{80789684-A49B-E77B-B24A-A07A78EAB860}"/>
          </ac:spMkLst>
        </pc:spChg>
        <pc:spChg chg="add">
          <ac:chgData name="panwanke" userId="2eea59ba-b83b-4a63-b222-cef7f900ec6d" providerId="ADAL" clId="{9529A2F3-7C2E-4D7C-BE68-F9282F62F7CA}" dt="2022-06-26T15:00:44.122" v="3806" actId="22"/>
          <ac:spMkLst>
            <pc:docMk/>
            <pc:sldMk cId="2738128845" sldId="308"/>
            <ac:spMk id="21" creationId="{51868BEA-86E1-A848-BA2C-099DCF23E4B2}"/>
          </ac:spMkLst>
        </pc:spChg>
        <pc:spChg chg="add">
          <ac:chgData name="panwanke" userId="2eea59ba-b83b-4a63-b222-cef7f900ec6d" providerId="ADAL" clId="{9529A2F3-7C2E-4D7C-BE68-F9282F62F7CA}" dt="2022-06-26T15:00:44.122" v="3806" actId="22"/>
          <ac:spMkLst>
            <pc:docMk/>
            <pc:sldMk cId="2738128845" sldId="308"/>
            <ac:spMk id="23" creationId="{165083B2-ED65-6FCE-E0DE-064E90EF4813}"/>
          </ac:spMkLst>
        </pc:spChg>
        <pc:spChg chg="add">
          <ac:chgData name="panwanke" userId="2eea59ba-b83b-4a63-b222-cef7f900ec6d" providerId="ADAL" clId="{9529A2F3-7C2E-4D7C-BE68-F9282F62F7CA}" dt="2022-06-26T15:00:44.122" v="3806" actId="22"/>
          <ac:spMkLst>
            <pc:docMk/>
            <pc:sldMk cId="2738128845" sldId="308"/>
            <ac:spMk id="25" creationId="{E2BEA93A-83B8-3FA9-1C39-2BD6F6B41E7A}"/>
          </ac:spMkLst>
        </pc:spChg>
        <pc:spChg chg="add">
          <ac:chgData name="panwanke" userId="2eea59ba-b83b-4a63-b222-cef7f900ec6d" providerId="ADAL" clId="{9529A2F3-7C2E-4D7C-BE68-F9282F62F7CA}" dt="2022-06-26T15:00:44.122" v="3806" actId="22"/>
          <ac:spMkLst>
            <pc:docMk/>
            <pc:sldMk cId="2738128845" sldId="308"/>
            <ac:spMk id="27" creationId="{5EF2634A-B84E-CD92-292D-688E0726EACB}"/>
          </ac:spMkLst>
        </pc:spChg>
        <pc:spChg chg="add">
          <ac:chgData name="panwanke" userId="2eea59ba-b83b-4a63-b222-cef7f900ec6d" providerId="ADAL" clId="{9529A2F3-7C2E-4D7C-BE68-F9282F62F7CA}" dt="2022-06-26T15:00:44.122" v="3806" actId="22"/>
          <ac:spMkLst>
            <pc:docMk/>
            <pc:sldMk cId="2738128845" sldId="308"/>
            <ac:spMk id="29" creationId="{60CCE221-CAB2-17EB-4EC0-1E5089FE4D2A}"/>
          </ac:spMkLst>
        </pc:spChg>
        <pc:spChg chg="add">
          <ac:chgData name="panwanke" userId="2eea59ba-b83b-4a63-b222-cef7f900ec6d" providerId="ADAL" clId="{9529A2F3-7C2E-4D7C-BE68-F9282F62F7CA}" dt="2022-06-26T15:00:44.122" v="3806" actId="22"/>
          <ac:spMkLst>
            <pc:docMk/>
            <pc:sldMk cId="2738128845" sldId="308"/>
            <ac:spMk id="31" creationId="{F786DDC4-8861-AF42-544F-3B858E7FE5CF}"/>
          </ac:spMkLst>
        </pc:spChg>
        <pc:graphicFrameChg chg="del">
          <ac:chgData name="panwanke" userId="2eea59ba-b83b-4a63-b222-cef7f900ec6d" providerId="ADAL" clId="{9529A2F3-7C2E-4D7C-BE68-F9282F62F7CA}" dt="2022-06-25T13:18:32.966" v="2627" actId="478"/>
          <ac:graphicFrameMkLst>
            <pc:docMk/>
            <pc:sldMk cId="2738128845" sldId="308"/>
            <ac:graphicFrameMk id="3" creationId="{CBA247B7-1063-4A34-B63C-5BAB4E86E354}"/>
          </ac:graphicFrameMkLst>
        </pc:graphicFrameChg>
        <pc:picChg chg="add mod">
          <ac:chgData name="panwanke" userId="2eea59ba-b83b-4a63-b222-cef7f900ec6d" providerId="ADAL" clId="{9529A2F3-7C2E-4D7C-BE68-F9282F62F7CA}" dt="2022-06-26T09:58:40.495" v="2843" actId="1076"/>
          <ac:picMkLst>
            <pc:docMk/>
            <pc:sldMk cId="2738128845" sldId="308"/>
            <ac:picMk id="8" creationId="{E0545ED1-23A0-DC95-0030-59246465B387}"/>
          </ac:picMkLst>
        </pc:picChg>
      </pc:sldChg>
      <pc:sldChg chg="del">
        <pc:chgData name="panwanke" userId="2eea59ba-b83b-4a63-b222-cef7f900ec6d" providerId="ADAL" clId="{9529A2F3-7C2E-4D7C-BE68-F9282F62F7CA}" dt="2022-06-26T09:17:24.948" v="2725" actId="47"/>
        <pc:sldMkLst>
          <pc:docMk/>
          <pc:sldMk cId="1557128854" sldId="309"/>
        </pc:sldMkLst>
      </pc:sldChg>
      <pc:sldChg chg="del">
        <pc:chgData name="panwanke" userId="2eea59ba-b83b-4a63-b222-cef7f900ec6d" providerId="ADAL" clId="{9529A2F3-7C2E-4D7C-BE68-F9282F62F7CA}" dt="2022-06-26T09:17:24.948" v="2725" actId="47"/>
        <pc:sldMkLst>
          <pc:docMk/>
          <pc:sldMk cId="1577436311" sldId="311"/>
        </pc:sldMkLst>
      </pc:sldChg>
      <pc:sldChg chg="del">
        <pc:chgData name="panwanke" userId="2eea59ba-b83b-4a63-b222-cef7f900ec6d" providerId="ADAL" clId="{9529A2F3-7C2E-4D7C-BE68-F9282F62F7CA}" dt="2022-06-26T09:17:24.948" v="2725" actId="47"/>
        <pc:sldMkLst>
          <pc:docMk/>
          <pc:sldMk cId="2869768557" sldId="312"/>
        </pc:sldMkLst>
      </pc:sldChg>
      <pc:sldChg chg="del">
        <pc:chgData name="panwanke" userId="2eea59ba-b83b-4a63-b222-cef7f900ec6d" providerId="ADAL" clId="{9529A2F3-7C2E-4D7C-BE68-F9282F62F7CA}" dt="2022-06-26T09:17:53.554" v="2726" actId="47"/>
        <pc:sldMkLst>
          <pc:docMk/>
          <pc:sldMk cId="3772825358" sldId="314"/>
        </pc:sldMkLst>
      </pc:sldChg>
      <pc:sldChg chg="del">
        <pc:chgData name="panwanke" userId="2eea59ba-b83b-4a63-b222-cef7f900ec6d" providerId="ADAL" clId="{9529A2F3-7C2E-4D7C-BE68-F9282F62F7CA}" dt="2022-06-26T09:17:24.948" v="2725" actId="47"/>
        <pc:sldMkLst>
          <pc:docMk/>
          <pc:sldMk cId="679734390" sldId="316"/>
        </pc:sldMkLst>
      </pc:sldChg>
      <pc:sldChg chg="del">
        <pc:chgData name="panwanke" userId="2eea59ba-b83b-4a63-b222-cef7f900ec6d" providerId="ADAL" clId="{9529A2F3-7C2E-4D7C-BE68-F9282F62F7CA}" dt="2022-06-26T09:17:24.948" v="2725" actId="47"/>
        <pc:sldMkLst>
          <pc:docMk/>
          <pc:sldMk cId="3415631919" sldId="317"/>
        </pc:sldMkLst>
      </pc:sldChg>
      <pc:sldChg chg="del">
        <pc:chgData name="panwanke" userId="2eea59ba-b83b-4a63-b222-cef7f900ec6d" providerId="ADAL" clId="{9529A2F3-7C2E-4D7C-BE68-F9282F62F7CA}" dt="2022-06-26T09:17:53.554" v="2726" actId="47"/>
        <pc:sldMkLst>
          <pc:docMk/>
          <pc:sldMk cId="3330483846" sldId="318"/>
        </pc:sldMkLst>
      </pc:sldChg>
      <pc:sldChg chg="del">
        <pc:chgData name="panwanke" userId="2eea59ba-b83b-4a63-b222-cef7f900ec6d" providerId="ADAL" clId="{9529A2F3-7C2E-4D7C-BE68-F9282F62F7CA}" dt="2022-06-25T13:30:23.732" v="2654" actId="47"/>
        <pc:sldMkLst>
          <pc:docMk/>
          <pc:sldMk cId="3514071983" sldId="319"/>
        </pc:sldMkLst>
      </pc:sldChg>
      <pc:sldChg chg="del">
        <pc:chgData name="panwanke" userId="2eea59ba-b83b-4a63-b222-cef7f900ec6d" providerId="ADAL" clId="{9529A2F3-7C2E-4D7C-BE68-F9282F62F7CA}" dt="2022-06-25T13:30:23.732" v="2654" actId="47"/>
        <pc:sldMkLst>
          <pc:docMk/>
          <pc:sldMk cId="3915736086" sldId="320"/>
        </pc:sldMkLst>
      </pc:sldChg>
      <pc:sldChg chg="del">
        <pc:chgData name="panwanke" userId="2eea59ba-b83b-4a63-b222-cef7f900ec6d" providerId="ADAL" clId="{9529A2F3-7C2E-4D7C-BE68-F9282F62F7CA}" dt="2022-06-26T09:17:24.948" v="2725" actId="47"/>
        <pc:sldMkLst>
          <pc:docMk/>
          <pc:sldMk cId="1770345199" sldId="321"/>
        </pc:sldMkLst>
      </pc:sldChg>
      <pc:sldChg chg="del">
        <pc:chgData name="panwanke" userId="2eea59ba-b83b-4a63-b222-cef7f900ec6d" providerId="ADAL" clId="{9529A2F3-7C2E-4D7C-BE68-F9282F62F7CA}" dt="2022-06-26T09:17:53.554" v="2726" actId="47"/>
        <pc:sldMkLst>
          <pc:docMk/>
          <pc:sldMk cId="1371405190" sldId="322"/>
        </pc:sldMkLst>
      </pc:sldChg>
      <pc:sldChg chg="del ord">
        <pc:chgData name="panwanke" userId="2eea59ba-b83b-4a63-b222-cef7f900ec6d" providerId="ADAL" clId="{9529A2F3-7C2E-4D7C-BE68-F9282F62F7CA}" dt="2022-06-25T13:16:17.376" v="2605" actId="47"/>
        <pc:sldMkLst>
          <pc:docMk/>
          <pc:sldMk cId="2230885791" sldId="323"/>
        </pc:sldMkLst>
      </pc:sldChg>
      <pc:sldChg chg="del">
        <pc:chgData name="panwanke" userId="2eea59ba-b83b-4a63-b222-cef7f900ec6d" providerId="ADAL" clId="{9529A2F3-7C2E-4D7C-BE68-F9282F62F7CA}" dt="2022-06-24T06:20:13.642" v="127" actId="47"/>
        <pc:sldMkLst>
          <pc:docMk/>
          <pc:sldMk cId="1047325556" sldId="324"/>
        </pc:sldMkLst>
      </pc:sldChg>
      <pc:sldChg chg="del">
        <pc:chgData name="panwanke" userId="2eea59ba-b83b-4a63-b222-cef7f900ec6d" providerId="ADAL" clId="{9529A2F3-7C2E-4D7C-BE68-F9282F62F7CA}" dt="2022-06-26T09:17:53.554" v="2726" actId="47"/>
        <pc:sldMkLst>
          <pc:docMk/>
          <pc:sldMk cId="1742417630" sldId="325"/>
        </pc:sldMkLst>
      </pc:sldChg>
      <pc:sldChg chg="del">
        <pc:chgData name="panwanke" userId="2eea59ba-b83b-4a63-b222-cef7f900ec6d" providerId="ADAL" clId="{9529A2F3-7C2E-4D7C-BE68-F9282F62F7CA}" dt="2022-06-26T09:17:24.948" v="2725" actId="47"/>
        <pc:sldMkLst>
          <pc:docMk/>
          <pc:sldMk cId="1809710548" sldId="326"/>
        </pc:sldMkLst>
      </pc:sldChg>
      <pc:sldChg chg="del">
        <pc:chgData name="panwanke" userId="2eea59ba-b83b-4a63-b222-cef7f900ec6d" providerId="ADAL" clId="{9529A2F3-7C2E-4D7C-BE68-F9282F62F7CA}" dt="2022-06-26T09:17:24.948" v="2725" actId="47"/>
        <pc:sldMkLst>
          <pc:docMk/>
          <pc:sldMk cId="3584177265" sldId="327"/>
        </pc:sldMkLst>
      </pc:sldChg>
      <pc:sldChg chg="del">
        <pc:chgData name="panwanke" userId="2eea59ba-b83b-4a63-b222-cef7f900ec6d" providerId="ADAL" clId="{9529A2F3-7C2E-4D7C-BE68-F9282F62F7CA}" dt="2022-06-26T09:17:24.948" v="2725" actId="47"/>
        <pc:sldMkLst>
          <pc:docMk/>
          <pc:sldMk cId="3098418018" sldId="328"/>
        </pc:sldMkLst>
      </pc:sldChg>
      <pc:sldChg chg="del">
        <pc:chgData name="panwanke" userId="2eea59ba-b83b-4a63-b222-cef7f900ec6d" providerId="ADAL" clId="{9529A2F3-7C2E-4D7C-BE68-F9282F62F7CA}" dt="2022-06-26T09:17:53.554" v="2726" actId="47"/>
        <pc:sldMkLst>
          <pc:docMk/>
          <pc:sldMk cId="3735380795" sldId="329"/>
        </pc:sldMkLst>
      </pc:sldChg>
      <pc:sldChg chg="del">
        <pc:chgData name="panwanke" userId="2eea59ba-b83b-4a63-b222-cef7f900ec6d" providerId="ADAL" clId="{9529A2F3-7C2E-4D7C-BE68-F9282F62F7CA}" dt="2022-06-26T09:17:53.554" v="2726" actId="47"/>
        <pc:sldMkLst>
          <pc:docMk/>
          <pc:sldMk cId="3358648300" sldId="330"/>
        </pc:sldMkLst>
      </pc:sldChg>
      <pc:sldChg chg="del">
        <pc:chgData name="panwanke" userId="2eea59ba-b83b-4a63-b222-cef7f900ec6d" providerId="ADAL" clId="{9529A2F3-7C2E-4D7C-BE68-F9282F62F7CA}" dt="2022-06-26T09:17:53.554" v="2726" actId="47"/>
        <pc:sldMkLst>
          <pc:docMk/>
          <pc:sldMk cId="3294714134" sldId="331"/>
        </pc:sldMkLst>
      </pc:sldChg>
      <pc:sldChg chg="del ord">
        <pc:chgData name="panwanke" userId="2eea59ba-b83b-4a63-b222-cef7f900ec6d" providerId="ADAL" clId="{9529A2F3-7C2E-4D7C-BE68-F9282F62F7CA}" dt="2022-06-25T13:17:26.571" v="2615" actId="47"/>
        <pc:sldMkLst>
          <pc:docMk/>
          <pc:sldMk cId="3648462385" sldId="332"/>
        </pc:sldMkLst>
      </pc:sldChg>
      <pc:sldChg chg="addSp delSp add del delDesignElem">
        <pc:chgData name="panwanke" userId="2eea59ba-b83b-4a63-b222-cef7f900ec6d" providerId="ADAL" clId="{9529A2F3-7C2E-4D7C-BE68-F9282F62F7CA}" dt="2022-06-24T06:20:10.248" v="126"/>
        <pc:sldMkLst>
          <pc:docMk/>
          <pc:sldMk cId="3047228744" sldId="333"/>
        </pc:sldMkLst>
        <pc:spChg chg="add del">
          <ac:chgData name="panwanke" userId="2eea59ba-b83b-4a63-b222-cef7f900ec6d" providerId="ADAL" clId="{9529A2F3-7C2E-4D7C-BE68-F9282F62F7CA}" dt="2022-06-24T06:20:10.248" v="126"/>
          <ac:spMkLst>
            <pc:docMk/>
            <pc:sldMk cId="3047228744" sldId="333"/>
            <ac:spMk id="25" creationId="{11D6A2A3-F101-46F7-8B6F-1C699CAFE9AD}"/>
          </ac:spMkLst>
        </pc:spChg>
        <pc:spChg chg="add del">
          <ac:chgData name="panwanke" userId="2eea59ba-b83b-4a63-b222-cef7f900ec6d" providerId="ADAL" clId="{9529A2F3-7C2E-4D7C-BE68-F9282F62F7CA}" dt="2022-06-24T06:20:10.248" v="126"/>
          <ac:spMkLst>
            <pc:docMk/>
            <pc:sldMk cId="3047228744" sldId="333"/>
            <ac:spMk id="27" creationId="{529E760E-527D-4053-A309-F2BDE12501CD}"/>
          </ac:spMkLst>
        </pc:spChg>
        <pc:spChg chg="add del">
          <ac:chgData name="panwanke" userId="2eea59ba-b83b-4a63-b222-cef7f900ec6d" providerId="ADAL" clId="{9529A2F3-7C2E-4D7C-BE68-F9282F62F7CA}" dt="2022-06-24T06:20:10.248" v="126"/>
          <ac:spMkLst>
            <pc:docMk/>
            <pc:sldMk cId="3047228744" sldId="333"/>
            <ac:spMk id="28" creationId="{4153D448-4ED1-429A-A28C-8316DE7CAF7E}"/>
          </ac:spMkLst>
        </pc:spChg>
      </pc:sldChg>
      <pc:sldChg chg="addSp delSp modSp add del mod delAnim modAnim delDesignElem">
        <pc:chgData name="panwanke" userId="2eea59ba-b83b-4a63-b222-cef7f900ec6d" providerId="ADAL" clId="{9529A2F3-7C2E-4D7C-BE68-F9282F62F7CA}" dt="2022-06-24T06:24:20.588" v="134" actId="47"/>
        <pc:sldMkLst>
          <pc:docMk/>
          <pc:sldMk cId="4236408955" sldId="333"/>
        </pc:sldMkLst>
        <pc:spChg chg="add mod">
          <ac:chgData name="panwanke" userId="2eea59ba-b83b-4a63-b222-cef7f900ec6d" providerId="ADAL" clId="{9529A2F3-7C2E-4D7C-BE68-F9282F62F7CA}" dt="2022-06-24T06:22:30.759" v="132" actId="1076"/>
          <ac:spMkLst>
            <pc:docMk/>
            <pc:sldMk cId="4236408955" sldId="333"/>
            <ac:spMk id="3" creationId="{F1E8111E-C70A-AA64-5B3F-300AADD4DA01}"/>
          </ac:spMkLst>
        </pc:spChg>
        <pc:spChg chg="del">
          <ac:chgData name="panwanke" userId="2eea59ba-b83b-4a63-b222-cef7f900ec6d" providerId="ADAL" clId="{9529A2F3-7C2E-4D7C-BE68-F9282F62F7CA}" dt="2022-06-24T06:22:04.268" v="129"/>
          <ac:spMkLst>
            <pc:docMk/>
            <pc:sldMk cId="4236408955" sldId="333"/>
            <ac:spMk id="63" creationId="{8BEAC55E-FD3E-4A90-B4E2-D197D8038366}"/>
          </ac:spMkLst>
        </pc:spChg>
        <pc:spChg chg="del">
          <ac:chgData name="panwanke" userId="2eea59ba-b83b-4a63-b222-cef7f900ec6d" providerId="ADAL" clId="{9529A2F3-7C2E-4D7C-BE68-F9282F62F7CA}" dt="2022-06-24T06:22:04.268" v="129"/>
          <ac:spMkLst>
            <pc:docMk/>
            <pc:sldMk cId="4236408955" sldId="333"/>
            <ac:spMk id="65" creationId="{282DCAD1-D7F2-4CA8-960C-526B7DB37A82}"/>
          </ac:spMkLst>
        </pc:spChg>
        <pc:spChg chg="del">
          <ac:chgData name="panwanke" userId="2eea59ba-b83b-4a63-b222-cef7f900ec6d" providerId="ADAL" clId="{9529A2F3-7C2E-4D7C-BE68-F9282F62F7CA}" dt="2022-06-24T06:22:04.268" v="129"/>
          <ac:spMkLst>
            <pc:docMk/>
            <pc:sldMk cId="4236408955" sldId="333"/>
            <ac:spMk id="67" creationId="{0009AC7F-1347-41C8-8BEB-47473A21A696}"/>
          </ac:spMkLst>
        </pc:spChg>
        <pc:cxnChg chg="del">
          <ac:chgData name="panwanke" userId="2eea59ba-b83b-4a63-b222-cef7f900ec6d" providerId="ADAL" clId="{9529A2F3-7C2E-4D7C-BE68-F9282F62F7CA}" dt="2022-06-24T06:22:07.536" v="130" actId="478"/>
          <ac:cxnSpMkLst>
            <pc:docMk/>
            <pc:sldMk cId="4236408955" sldId="333"/>
            <ac:cxnSpMk id="5" creationId="{6FD81F64-A4BD-4241-A358-AC71F804FACC}"/>
          </ac:cxnSpMkLst>
        </pc:cxnChg>
      </pc:sldChg>
      <pc:sldChg chg="add del">
        <pc:chgData name="panwanke" userId="2eea59ba-b83b-4a63-b222-cef7f900ec6d" providerId="ADAL" clId="{9529A2F3-7C2E-4D7C-BE68-F9282F62F7CA}" dt="2022-06-24T08:48:46.737" v="316" actId="47"/>
        <pc:sldMkLst>
          <pc:docMk/>
          <pc:sldMk cId="320294391" sldId="334"/>
        </pc:sldMkLst>
      </pc:sldChg>
      <pc:sldChg chg="addSp delSp modSp add del mod delDesignElem">
        <pc:chgData name="panwanke" userId="2eea59ba-b83b-4a63-b222-cef7f900ec6d" providerId="ADAL" clId="{9529A2F3-7C2E-4D7C-BE68-F9282F62F7CA}" dt="2022-06-24T08:48:46.737" v="316" actId="47"/>
        <pc:sldMkLst>
          <pc:docMk/>
          <pc:sldMk cId="4213518815" sldId="335"/>
        </pc:sldMkLst>
        <pc:spChg chg="add del">
          <ac:chgData name="panwanke" userId="2eea59ba-b83b-4a63-b222-cef7f900ec6d" providerId="ADAL" clId="{9529A2F3-7C2E-4D7C-BE68-F9282F62F7CA}" dt="2022-06-24T06:25:47.395" v="147" actId="22"/>
          <ac:spMkLst>
            <pc:docMk/>
            <pc:sldMk cId="4213518815" sldId="335"/>
            <ac:spMk id="6" creationId="{26970C89-4328-05D1-D89A-DA474EB86731}"/>
          </ac:spMkLst>
        </pc:spChg>
        <pc:spChg chg="add del">
          <ac:chgData name="panwanke" userId="2eea59ba-b83b-4a63-b222-cef7f900ec6d" providerId="ADAL" clId="{9529A2F3-7C2E-4D7C-BE68-F9282F62F7CA}" dt="2022-06-24T06:25:47.395" v="147" actId="22"/>
          <ac:spMkLst>
            <pc:docMk/>
            <pc:sldMk cId="4213518815" sldId="335"/>
            <ac:spMk id="8" creationId="{1DEBF780-C7CA-2021-9366-E8C036AADF66}"/>
          </ac:spMkLst>
        </pc:spChg>
        <pc:spChg chg="add del">
          <ac:chgData name="panwanke" userId="2eea59ba-b83b-4a63-b222-cef7f900ec6d" providerId="ADAL" clId="{9529A2F3-7C2E-4D7C-BE68-F9282F62F7CA}" dt="2022-06-24T06:25:47.395" v="147" actId="22"/>
          <ac:spMkLst>
            <pc:docMk/>
            <pc:sldMk cId="4213518815" sldId="335"/>
            <ac:spMk id="10" creationId="{CB2F067F-7AA4-3BC6-558F-C8F1200E7E2A}"/>
          </ac:spMkLst>
        </pc:spChg>
        <pc:spChg chg="add mod">
          <ac:chgData name="panwanke" userId="2eea59ba-b83b-4a63-b222-cef7f900ec6d" providerId="ADAL" clId="{9529A2F3-7C2E-4D7C-BE68-F9282F62F7CA}" dt="2022-06-24T06:25:51.283" v="149" actId="1076"/>
          <ac:spMkLst>
            <pc:docMk/>
            <pc:sldMk cId="4213518815" sldId="335"/>
            <ac:spMk id="12" creationId="{81AE3E5D-B057-F679-B0A6-C1C1F44A0E0A}"/>
          </ac:spMkLst>
        </pc:spChg>
        <pc:spChg chg="add mod">
          <ac:chgData name="panwanke" userId="2eea59ba-b83b-4a63-b222-cef7f900ec6d" providerId="ADAL" clId="{9529A2F3-7C2E-4D7C-BE68-F9282F62F7CA}" dt="2022-06-24T06:25:51.283" v="149" actId="1076"/>
          <ac:spMkLst>
            <pc:docMk/>
            <pc:sldMk cId="4213518815" sldId="335"/>
            <ac:spMk id="14" creationId="{042D50D8-F5A7-A830-52CF-E68E4A8650A4}"/>
          </ac:spMkLst>
        </pc:spChg>
        <pc:spChg chg="add mod">
          <ac:chgData name="panwanke" userId="2eea59ba-b83b-4a63-b222-cef7f900ec6d" providerId="ADAL" clId="{9529A2F3-7C2E-4D7C-BE68-F9282F62F7CA}" dt="2022-06-24T06:25:51.283" v="149" actId="1076"/>
          <ac:spMkLst>
            <pc:docMk/>
            <pc:sldMk cId="4213518815" sldId="335"/>
            <ac:spMk id="16" creationId="{E58F882B-AF92-6D36-1897-7B28446BE80F}"/>
          </ac:spMkLst>
        </pc:spChg>
        <pc:spChg chg="del">
          <ac:chgData name="panwanke" userId="2eea59ba-b83b-4a63-b222-cef7f900ec6d" providerId="ADAL" clId="{9529A2F3-7C2E-4D7C-BE68-F9282F62F7CA}" dt="2022-06-24T06:24:40.983" v="140"/>
          <ac:spMkLst>
            <pc:docMk/>
            <pc:sldMk cId="4213518815" sldId="335"/>
            <ac:spMk id="63" creationId="{8BEAC55E-FD3E-4A90-B4E2-D197D8038366}"/>
          </ac:spMkLst>
        </pc:spChg>
        <pc:spChg chg="del">
          <ac:chgData name="panwanke" userId="2eea59ba-b83b-4a63-b222-cef7f900ec6d" providerId="ADAL" clId="{9529A2F3-7C2E-4D7C-BE68-F9282F62F7CA}" dt="2022-06-24T06:24:40.983" v="140"/>
          <ac:spMkLst>
            <pc:docMk/>
            <pc:sldMk cId="4213518815" sldId="335"/>
            <ac:spMk id="65" creationId="{282DCAD1-D7F2-4CA8-960C-526B7DB37A82}"/>
          </ac:spMkLst>
        </pc:spChg>
        <pc:spChg chg="del">
          <ac:chgData name="panwanke" userId="2eea59ba-b83b-4a63-b222-cef7f900ec6d" providerId="ADAL" clId="{9529A2F3-7C2E-4D7C-BE68-F9282F62F7CA}" dt="2022-06-24T06:24:40.983" v="140"/>
          <ac:spMkLst>
            <pc:docMk/>
            <pc:sldMk cId="4213518815" sldId="335"/>
            <ac:spMk id="67" creationId="{0009AC7F-1347-41C8-8BEB-47473A21A696}"/>
          </ac:spMkLst>
        </pc:spChg>
      </pc:sldChg>
      <pc:sldChg chg="add del">
        <pc:chgData name="panwanke" userId="2eea59ba-b83b-4a63-b222-cef7f900ec6d" providerId="ADAL" clId="{9529A2F3-7C2E-4D7C-BE68-F9282F62F7CA}" dt="2022-06-24T08:48:46.737" v="316" actId="47"/>
        <pc:sldMkLst>
          <pc:docMk/>
          <pc:sldMk cId="394446454" sldId="336"/>
        </pc:sldMkLst>
      </pc:sldChg>
      <pc:sldChg chg="addSp modSp add mod ord modTransition modAnim">
        <pc:chgData name="panwanke" userId="2eea59ba-b83b-4a63-b222-cef7f900ec6d" providerId="ADAL" clId="{9529A2F3-7C2E-4D7C-BE68-F9282F62F7CA}" dt="2022-06-25T13:02:41.080" v="2433"/>
        <pc:sldMkLst>
          <pc:docMk/>
          <pc:sldMk cId="2887700007" sldId="337"/>
        </pc:sldMkLst>
        <pc:spChg chg="mod">
          <ac:chgData name="panwanke" userId="2eea59ba-b83b-4a63-b222-cef7f900ec6d" providerId="ADAL" clId="{9529A2F3-7C2E-4D7C-BE68-F9282F62F7CA}" dt="2022-06-24T06:33:46.094" v="220" actId="113"/>
          <ac:spMkLst>
            <pc:docMk/>
            <pc:sldMk cId="2887700007" sldId="337"/>
            <ac:spMk id="4" creationId="{E4FDB5A4-C30D-4425-BB5F-3BBF7F547CB0}"/>
          </ac:spMkLst>
        </pc:spChg>
        <pc:spChg chg="mod">
          <ac:chgData name="panwanke" userId="2eea59ba-b83b-4a63-b222-cef7f900ec6d" providerId="ADAL" clId="{9529A2F3-7C2E-4D7C-BE68-F9282F62F7CA}" dt="2022-06-24T06:31:16.934" v="203"/>
          <ac:spMkLst>
            <pc:docMk/>
            <pc:sldMk cId="2887700007" sldId="337"/>
            <ac:spMk id="14" creationId="{042D50D8-F5A7-A830-52CF-E68E4A8650A4}"/>
          </ac:spMkLst>
        </pc:spChg>
        <pc:spChg chg="mod">
          <ac:chgData name="panwanke" userId="2eea59ba-b83b-4a63-b222-cef7f900ec6d" providerId="ADAL" clId="{9529A2F3-7C2E-4D7C-BE68-F9282F62F7CA}" dt="2022-06-24T06:31:17.439" v="204"/>
          <ac:spMkLst>
            <pc:docMk/>
            <pc:sldMk cId="2887700007" sldId="337"/>
            <ac:spMk id="16" creationId="{E58F882B-AF92-6D36-1897-7B28446BE80F}"/>
          </ac:spMkLst>
        </pc:spChg>
        <pc:picChg chg="add mod">
          <ac:chgData name="panwanke" userId="2eea59ba-b83b-4a63-b222-cef7f900ec6d" providerId="ADAL" clId="{9529A2F3-7C2E-4D7C-BE68-F9282F62F7CA}" dt="2022-06-24T06:33:14.713" v="219" actId="1076"/>
          <ac:picMkLst>
            <pc:docMk/>
            <pc:sldMk cId="2887700007" sldId="337"/>
            <ac:picMk id="6" creationId="{CD3076B0-0FD6-DEB3-14CC-27BD71633E43}"/>
          </ac:picMkLst>
        </pc:picChg>
      </pc:sldChg>
      <pc:sldChg chg="add del">
        <pc:chgData name="panwanke" userId="2eea59ba-b83b-4a63-b222-cef7f900ec6d" providerId="ADAL" clId="{9529A2F3-7C2E-4D7C-BE68-F9282F62F7CA}" dt="2022-06-24T06:31:19.175" v="205" actId="47"/>
        <pc:sldMkLst>
          <pc:docMk/>
          <pc:sldMk cId="456075360" sldId="338"/>
        </pc:sldMkLst>
      </pc:sldChg>
      <pc:sldChg chg="add del">
        <pc:chgData name="panwanke" userId="2eea59ba-b83b-4a63-b222-cef7f900ec6d" providerId="ADAL" clId="{9529A2F3-7C2E-4D7C-BE68-F9282F62F7CA}" dt="2022-06-24T06:26:19.018" v="156"/>
        <pc:sldMkLst>
          <pc:docMk/>
          <pc:sldMk cId="1770639494" sldId="338"/>
        </pc:sldMkLst>
      </pc:sldChg>
      <pc:sldChg chg="addSp delSp modSp add del mod ord delAnim modAnim modNotesTx">
        <pc:chgData name="panwanke" userId="2eea59ba-b83b-4a63-b222-cef7f900ec6d" providerId="ADAL" clId="{9529A2F3-7C2E-4D7C-BE68-F9282F62F7CA}" dt="2022-06-27T15:25:03.739" v="10480" actId="20577"/>
        <pc:sldMkLst>
          <pc:docMk/>
          <pc:sldMk cId="2121677418" sldId="338"/>
        </pc:sldMkLst>
        <pc:spChg chg="add">
          <ac:chgData name="panwanke" userId="2eea59ba-b83b-4a63-b222-cef7f900ec6d" providerId="ADAL" clId="{9529A2F3-7C2E-4D7C-BE68-F9282F62F7CA}" dt="2022-06-26T15:02:09.602" v="3834" actId="22"/>
          <ac:spMkLst>
            <pc:docMk/>
            <pc:sldMk cId="2121677418" sldId="338"/>
            <ac:spMk id="4" creationId="{9A1C339B-CFC2-B0A6-BF22-917D5BB78E88}"/>
          </ac:spMkLst>
        </pc:spChg>
        <pc:spChg chg="del mod">
          <ac:chgData name="panwanke" userId="2eea59ba-b83b-4a63-b222-cef7f900ec6d" providerId="ADAL" clId="{9529A2F3-7C2E-4D7C-BE68-F9282F62F7CA}" dt="2022-06-25T12:35:03.564" v="2173" actId="478"/>
          <ac:spMkLst>
            <pc:docMk/>
            <pc:sldMk cId="2121677418" sldId="338"/>
            <ac:spMk id="4" creationId="{E4FDB5A4-C30D-4425-BB5F-3BBF7F547CB0}"/>
          </ac:spMkLst>
        </pc:spChg>
        <pc:spChg chg="add del">
          <ac:chgData name="panwanke" userId="2eea59ba-b83b-4a63-b222-cef7f900ec6d" providerId="ADAL" clId="{9529A2F3-7C2E-4D7C-BE68-F9282F62F7CA}" dt="2022-06-25T12:35:00.990" v="2171" actId="22"/>
          <ac:spMkLst>
            <pc:docMk/>
            <pc:sldMk cId="2121677418" sldId="338"/>
            <ac:spMk id="6" creationId="{342F46A3-657B-6553-1671-B226EFF917EF}"/>
          </ac:spMkLst>
        </pc:spChg>
        <pc:spChg chg="add">
          <ac:chgData name="panwanke" userId="2eea59ba-b83b-4a63-b222-cef7f900ec6d" providerId="ADAL" clId="{9529A2F3-7C2E-4D7C-BE68-F9282F62F7CA}" dt="2022-06-26T15:02:09.602" v="3834" actId="22"/>
          <ac:spMkLst>
            <pc:docMk/>
            <pc:sldMk cId="2121677418" sldId="338"/>
            <ac:spMk id="6" creationId="{A4B53B54-A61A-0848-DBA7-BBF7EF268272}"/>
          </ac:spMkLst>
        </pc:spChg>
        <pc:spChg chg="add">
          <ac:chgData name="panwanke" userId="2eea59ba-b83b-4a63-b222-cef7f900ec6d" providerId="ADAL" clId="{9529A2F3-7C2E-4D7C-BE68-F9282F62F7CA}" dt="2022-06-26T15:02:09.602" v="3834" actId="22"/>
          <ac:spMkLst>
            <pc:docMk/>
            <pc:sldMk cId="2121677418" sldId="338"/>
            <ac:spMk id="8" creationId="{C29211BD-AF60-6F6E-97E4-282BE191CB95}"/>
          </ac:spMkLst>
        </pc:spChg>
        <pc:spChg chg="add mod">
          <ac:chgData name="panwanke" userId="2eea59ba-b83b-4a63-b222-cef7f900ec6d" providerId="ADAL" clId="{9529A2F3-7C2E-4D7C-BE68-F9282F62F7CA}" dt="2022-06-25T12:35:23.374" v="2187" actId="1076"/>
          <ac:spMkLst>
            <pc:docMk/>
            <pc:sldMk cId="2121677418" sldId="338"/>
            <ac:spMk id="10" creationId="{084B22A7-F805-75B0-8D2D-965B4E0048DC}"/>
          </ac:spMkLst>
        </pc:spChg>
        <pc:spChg chg="add">
          <ac:chgData name="panwanke" userId="2eea59ba-b83b-4a63-b222-cef7f900ec6d" providerId="ADAL" clId="{9529A2F3-7C2E-4D7C-BE68-F9282F62F7CA}" dt="2022-06-26T15:02:09.602" v="3834" actId="22"/>
          <ac:spMkLst>
            <pc:docMk/>
            <pc:sldMk cId="2121677418" sldId="338"/>
            <ac:spMk id="11" creationId="{7877AF66-34A6-A839-F310-3AD3D944F1A4}"/>
          </ac:spMkLst>
        </pc:spChg>
        <pc:spChg chg="del">
          <ac:chgData name="panwanke" userId="2eea59ba-b83b-4a63-b222-cef7f900ec6d" providerId="ADAL" clId="{9529A2F3-7C2E-4D7C-BE68-F9282F62F7CA}" dt="2022-06-25T11:48:42.546" v="1285" actId="478"/>
          <ac:spMkLst>
            <pc:docMk/>
            <pc:sldMk cId="2121677418" sldId="338"/>
            <ac:spMk id="12" creationId="{81AE3E5D-B057-F679-B0A6-C1C1F44A0E0A}"/>
          </ac:spMkLst>
        </pc:spChg>
        <pc:spChg chg="del">
          <ac:chgData name="panwanke" userId="2eea59ba-b83b-4a63-b222-cef7f900ec6d" providerId="ADAL" clId="{9529A2F3-7C2E-4D7C-BE68-F9282F62F7CA}" dt="2022-06-25T11:48:42.546" v="1285" actId="478"/>
          <ac:spMkLst>
            <pc:docMk/>
            <pc:sldMk cId="2121677418" sldId="338"/>
            <ac:spMk id="14" creationId="{042D50D8-F5A7-A830-52CF-E68E4A8650A4}"/>
          </ac:spMkLst>
        </pc:spChg>
        <pc:spChg chg="add">
          <ac:chgData name="panwanke" userId="2eea59ba-b83b-4a63-b222-cef7f900ec6d" providerId="ADAL" clId="{9529A2F3-7C2E-4D7C-BE68-F9282F62F7CA}" dt="2022-06-26T15:02:09.602" v="3834" actId="22"/>
          <ac:spMkLst>
            <pc:docMk/>
            <pc:sldMk cId="2121677418" sldId="338"/>
            <ac:spMk id="14" creationId="{27E8AEAE-0DB0-9AAE-0E1A-967B9CE2AA00}"/>
          </ac:spMkLst>
        </pc:spChg>
        <pc:spChg chg="add mod">
          <ac:chgData name="panwanke" userId="2eea59ba-b83b-4a63-b222-cef7f900ec6d" providerId="ADAL" clId="{9529A2F3-7C2E-4D7C-BE68-F9282F62F7CA}" dt="2022-06-27T07:44:38.574" v="6633" actId="20577"/>
          <ac:spMkLst>
            <pc:docMk/>
            <pc:sldMk cId="2121677418" sldId="338"/>
            <ac:spMk id="15" creationId="{6B9B1FE7-C42D-1ADF-9202-B8C7F4868997}"/>
          </ac:spMkLst>
        </pc:spChg>
        <pc:spChg chg="del">
          <ac:chgData name="panwanke" userId="2eea59ba-b83b-4a63-b222-cef7f900ec6d" providerId="ADAL" clId="{9529A2F3-7C2E-4D7C-BE68-F9282F62F7CA}" dt="2022-06-25T11:48:42.546" v="1285" actId="478"/>
          <ac:spMkLst>
            <pc:docMk/>
            <pc:sldMk cId="2121677418" sldId="338"/>
            <ac:spMk id="16" creationId="{E58F882B-AF92-6D36-1897-7B28446BE80F}"/>
          </ac:spMkLst>
        </pc:spChg>
        <pc:spChg chg="add mod">
          <ac:chgData name="panwanke" userId="2eea59ba-b83b-4a63-b222-cef7f900ec6d" providerId="ADAL" clId="{9529A2F3-7C2E-4D7C-BE68-F9282F62F7CA}" dt="2022-06-25T12:36:30.128" v="2217"/>
          <ac:spMkLst>
            <pc:docMk/>
            <pc:sldMk cId="2121677418" sldId="338"/>
            <ac:spMk id="17" creationId="{A41DE2EA-11FF-5134-5F22-6363D9D86A43}"/>
          </ac:spMkLst>
        </pc:spChg>
        <pc:spChg chg="add mod">
          <ac:chgData name="panwanke" userId="2eea59ba-b83b-4a63-b222-cef7f900ec6d" providerId="ADAL" clId="{9529A2F3-7C2E-4D7C-BE68-F9282F62F7CA}" dt="2022-06-25T12:50:14.110" v="2372" actId="1076"/>
          <ac:spMkLst>
            <pc:docMk/>
            <pc:sldMk cId="2121677418" sldId="338"/>
            <ac:spMk id="20" creationId="{CC73B06C-653E-70E5-1E9E-5E758303A30F}"/>
          </ac:spMkLst>
        </pc:spChg>
        <pc:spChg chg="add mod">
          <ac:chgData name="panwanke" userId="2eea59ba-b83b-4a63-b222-cef7f900ec6d" providerId="ADAL" clId="{9529A2F3-7C2E-4D7C-BE68-F9282F62F7CA}" dt="2022-06-25T12:50:19.119" v="2373" actId="1076"/>
          <ac:spMkLst>
            <pc:docMk/>
            <pc:sldMk cId="2121677418" sldId="338"/>
            <ac:spMk id="22" creationId="{A89B9EA5-9780-9787-F060-7E59A335ED0D}"/>
          </ac:spMkLst>
        </pc:spChg>
        <pc:cxnChg chg="del">
          <ac:chgData name="panwanke" userId="2eea59ba-b83b-4a63-b222-cef7f900ec6d" providerId="ADAL" clId="{9529A2F3-7C2E-4D7C-BE68-F9282F62F7CA}" dt="2022-06-25T12:35:02.582" v="2172" actId="478"/>
          <ac:cxnSpMkLst>
            <pc:docMk/>
            <pc:sldMk cId="2121677418" sldId="338"/>
            <ac:cxnSpMk id="5" creationId="{6FD81F64-A4BD-4241-A358-AC71F804FACC}"/>
          </ac:cxnSpMkLst>
        </pc:cxnChg>
        <pc:cxnChg chg="add del mod">
          <ac:chgData name="panwanke" userId="2eea59ba-b83b-4a63-b222-cef7f900ec6d" providerId="ADAL" clId="{9529A2F3-7C2E-4D7C-BE68-F9282F62F7CA}" dt="2022-06-25T12:35:00.990" v="2171" actId="22"/>
          <ac:cxnSpMkLst>
            <pc:docMk/>
            <pc:sldMk cId="2121677418" sldId="338"/>
            <ac:cxnSpMk id="8" creationId="{18AFFBA2-C031-1E80-22DA-9936FF0E57F7}"/>
          </ac:cxnSpMkLst>
        </pc:cxnChg>
        <pc:cxnChg chg="add mod">
          <ac:chgData name="panwanke" userId="2eea59ba-b83b-4a63-b222-cef7f900ec6d" providerId="ADAL" clId="{9529A2F3-7C2E-4D7C-BE68-F9282F62F7CA}" dt="2022-06-25T12:35:28.380" v="2188" actId="1076"/>
          <ac:cxnSpMkLst>
            <pc:docMk/>
            <pc:sldMk cId="2121677418" sldId="338"/>
            <ac:cxnSpMk id="13" creationId="{8C8AF299-FA64-F5BA-5FD1-6E6D2C595260}"/>
          </ac:cxnSpMkLst>
        </pc:cxnChg>
        <pc:cxnChg chg="add mod">
          <ac:chgData name="panwanke" userId="2eea59ba-b83b-4a63-b222-cef7f900ec6d" providerId="ADAL" clId="{9529A2F3-7C2E-4D7C-BE68-F9282F62F7CA}" dt="2022-06-25T12:36:30.128" v="2217"/>
          <ac:cxnSpMkLst>
            <pc:docMk/>
            <pc:sldMk cId="2121677418" sldId="338"/>
            <ac:cxnSpMk id="18" creationId="{A9889F77-95AF-A901-E266-7BAAA6AF04EB}"/>
          </ac:cxnSpMkLst>
        </pc:cxnChg>
      </pc:sldChg>
      <pc:sldChg chg="addSp delSp modSp add mod modTransition modAnim modNotesTx">
        <pc:chgData name="panwanke" userId="2eea59ba-b83b-4a63-b222-cef7f900ec6d" providerId="ADAL" clId="{9529A2F3-7C2E-4D7C-BE68-F9282F62F7CA}" dt="2022-07-01T06:10:31.904" v="10940" actId="3626"/>
        <pc:sldMkLst>
          <pc:docMk/>
          <pc:sldMk cId="2037548644" sldId="339"/>
        </pc:sldMkLst>
        <pc:spChg chg="del">
          <ac:chgData name="panwanke" userId="2eea59ba-b83b-4a63-b222-cef7f900ec6d" providerId="ADAL" clId="{9529A2F3-7C2E-4D7C-BE68-F9282F62F7CA}" dt="2022-06-25T11:44:24.370" v="1259" actId="478"/>
          <ac:spMkLst>
            <pc:docMk/>
            <pc:sldMk cId="2037548644" sldId="339"/>
            <ac:spMk id="2" creationId="{F2EDBBE9-2194-43FF-93CC-48B687E1F43C}"/>
          </ac:spMkLst>
        </pc:spChg>
        <pc:spChg chg="add mod">
          <ac:chgData name="panwanke" userId="2eea59ba-b83b-4a63-b222-cef7f900ec6d" providerId="ADAL" clId="{9529A2F3-7C2E-4D7C-BE68-F9282F62F7CA}" dt="2022-07-01T06:10:31.904" v="10940" actId="3626"/>
          <ac:spMkLst>
            <pc:docMk/>
            <pc:sldMk cId="2037548644" sldId="339"/>
            <ac:spMk id="3" creationId="{04E9189F-AC63-6687-0E71-34541CEE2D4E}"/>
          </ac:spMkLst>
        </pc:spChg>
        <pc:spChg chg="add del">
          <ac:chgData name="panwanke" userId="2eea59ba-b83b-4a63-b222-cef7f900ec6d" providerId="ADAL" clId="{9529A2F3-7C2E-4D7C-BE68-F9282F62F7CA}" dt="2022-06-27T06:58:59.538" v="4006" actId="478"/>
          <ac:spMkLst>
            <pc:docMk/>
            <pc:sldMk cId="2037548644" sldId="339"/>
            <ac:spMk id="3" creationId="{66B00659-6AB4-2174-F3D0-15DCB1840483}"/>
          </ac:spMkLst>
        </pc:spChg>
        <pc:spChg chg="del">
          <ac:chgData name="panwanke" userId="2eea59ba-b83b-4a63-b222-cef7f900ec6d" providerId="ADAL" clId="{9529A2F3-7C2E-4D7C-BE68-F9282F62F7CA}" dt="2022-06-25T11:44:07.355" v="1254" actId="478"/>
          <ac:spMkLst>
            <pc:docMk/>
            <pc:sldMk cId="2037548644" sldId="339"/>
            <ac:spMk id="4" creationId="{E4FDB5A4-C30D-4425-BB5F-3BBF7F547CB0}"/>
          </ac:spMkLst>
        </pc:spChg>
        <pc:spChg chg="add del">
          <ac:chgData name="panwanke" userId="2eea59ba-b83b-4a63-b222-cef7f900ec6d" providerId="ADAL" clId="{9529A2F3-7C2E-4D7C-BE68-F9282F62F7CA}" dt="2022-06-27T06:58:58.676" v="4005" actId="478"/>
          <ac:spMkLst>
            <pc:docMk/>
            <pc:sldMk cId="2037548644" sldId="339"/>
            <ac:spMk id="5" creationId="{A37EA6AA-57BC-649D-E298-D1858861A27C}"/>
          </ac:spMkLst>
        </pc:spChg>
        <pc:spChg chg="add del">
          <ac:chgData name="panwanke" userId="2eea59ba-b83b-4a63-b222-cef7f900ec6d" providerId="ADAL" clId="{9529A2F3-7C2E-4D7C-BE68-F9282F62F7CA}" dt="2022-07-01T06:09:55.320" v="10932" actId="22"/>
          <ac:spMkLst>
            <pc:docMk/>
            <pc:sldMk cId="2037548644" sldId="339"/>
            <ac:spMk id="5" creationId="{FF932BD9-8D05-5E58-5250-B0C03176AADC}"/>
          </ac:spMkLst>
        </pc:spChg>
        <pc:spChg chg="add mod">
          <ac:chgData name="panwanke" userId="2eea59ba-b83b-4a63-b222-cef7f900ec6d" providerId="ADAL" clId="{9529A2F3-7C2E-4D7C-BE68-F9282F62F7CA}" dt="2022-06-25T11:44:31.418" v="1261" actId="1076"/>
          <ac:spMkLst>
            <pc:docMk/>
            <pc:sldMk cId="2037548644" sldId="339"/>
            <ac:spMk id="8" creationId="{F2EDBBE9-2194-43FF-93CC-48B687E1F43C}"/>
          </ac:spMkLst>
        </pc:spChg>
        <pc:spChg chg="add mod">
          <ac:chgData name="panwanke" userId="2eea59ba-b83b-4a63-b222-cef7f900ec6d" providerId="ADAL" clId="{9529A2F3-7C2E-4D7C-BE68-F9282F62F7CA}" dt="2022-06-25T11:44:31.418" v="1261" actId="1076"/>
          <ac:spMkLst>
            <pc:docMk/>
            <pc:sldMk cId="2037548644" sldId="339"/>
            <ac:spMk id="9" creationId="{81AE3E5D-B057-F679-B0A6-C1C1F44A0E0A}"/>
          </ac:spMkLst>
        </pc:spChg>
        <pc:spChg chg="add mod">
          <ac:chgData name="panwanke" userId="2eea59ba-b83b-4a63-b222-cef7f900ec6d" providerId="ADAL" clId="{9529A2F3-7C2E-4D7C-BE68-F9282F62F7CA}" dt="2022-06-25T11:44:31.418" v="1261" actId="1076"/>
          <ac:spMkLst>
            <pc:docMk/>
            <pc:sldMk cId="2037548644" sldId="339"/>
            <ac:spMk id="10" creationId="{042D50D8-F5A7-A830-52CF-E68E4A8650A4}"/>
          </ac:spMkLst>
        </pc:spChg>
        <pc:spChg chg="add mod">
          <ac:chgData name="panwanke" userId="2eea59ba-b83b-4a63-b222-cef7f900ec6d" providerId="ADAL" clId="{9529A2F3-7C2E-4D7C-BE68-F9282F62F7CA}" dt="2022-06-25T11:45:52.689" v="1274" actId="207"/>
          <ac:spMkLst>
            <pc:docMk/>
            <pc:sldMk cId="2037548644" sldId="339"/>
            <ac:spMk id="11" creationId="{DD52DDBF-D077-AFFD-8D83-38E359B38976}"/>
          </ac:spMkLst>
        </pc:spChg>
        <pc:spChg chg="add">
          <ac:chgData name="panwanke" userId="2eea59ba-b83b-4a63-b222-cef7f900ec6d" providerId="ADAL" clId="{9529A2F3-7C2E-4D7C-BE68-F9282F62F7CA}" dt="2022-06-26T15:02:49.286" v="3848" actId="22"/>
          <ac:spMkLst>
            <pc:docMk/>
            <pc:sldMk cId="2037548644" sldId="339"/>
            <ac:spMk id="12" creationId="{7565FECE-8E7C-CEB9-EAD9-BE72856C62D7}"/>
          </ac:spMkLst>
        </pc:spChg>
        <pc:spChg chg="del">
          <ac:chgData name="panwanke" userId="2eea59ba-b83b-4a63-b222-cef7f900ec6d" providerId="ADAL" clId="{9529A2F3-7C2E-4D7C-BE68-F9282F62F7CA}" dt="2022-06-25T11:44:24.370" v="1259" actId="478"/>
          <ac:spMkLst>
            <pc:docMk/>
            <pc:sldMk cId="2037548644" sldId="339"/>
            <ac:spMk id="12" creationId="{81AE3E5D-B057-F679-B0A6-C1C1F44A0E0A}"/>
          </ac:spMkLst>
        </pc:spChg>
        <pc:spChg chg="add del mod">
          <ac:chgData name="panwanke" userId="2eea59ba-b83b-4a63-b222-cef7f900ec6d" providerId="ADAL" clId="{9529A2F3-7C2E-4D7C-BE68-F9282F62F7CA}" dt="2022-06-26T14:57:43.541" v="3785" actId="478"/>
          <ac:spMkLst>
            <pc:docMk/>
            <pc:sldMk cId="2037548644" sldId="339"/>
            <ac:spMk id="13" creationId="{54E50A80-0089-EFF9-AAA5-259E0B3423D3}"/>
          </ac:spMkLst>
        </pc:spChg>
        <pc:spChg chg="del">
          <ac:chgData name="panwanke" userId="2eea59ba-b83b-4a63-b222-cef7f900ec6d" providerId="ADAL" clId="{9529A2F3-7C2E-4D7C-BE68-F9282F62F7CA}" dt="2022-06-25T11:44:24.370" v="1259" actId="478"/>
          <ac:spMkLst>
            <pc:docMk/>
            <pc:sldMk cId="2037548644" sldId="339"/>
            <ac:spMk id="14" creationId="{042D50D8-F5A7-A830-52CF-E68E4A8650A4}"/>
          </ac:spMkLst>
        </pc:spChg>
        <pc:spChg chg="add del mod">
          <ac:chgData name="panwanke" userId="2eea59ba-b83b-4a63-b222-cef7f900ec6d" providerId="ADAL" clId="{9529A2F3-7C2E-4D7C-BE68-F9282F62F7CA}" dt="2022-06-26T14:56:45.950" v="3781" actId="478"/>
          <ac:spMkLst>
            <pc:docMk/>
            <pc:sldMk cId="2037548644" sldId="339"/>
            <ac:spMk id="15" creationId="{2E96F62F-A256-6770-0CA3-A8E6BBA56CF3}"/>
          </ac:spMkLst>
        </pc:spChg>
        <pc:spChg chg="add del mod">
          <ac:chgData name="panwanke" userId="2eea59ba-b83b-4a63-b222-cef7f900ec6d" providerId="ADAL" clId="{9529A2F3-7C2E-4D7C-BE68-F9282F62F7CA}" dt="2022-06-26T14:57:44.950" v="3786" actId="478"/>
          <ac:spMkLst>
            <pc:docMk/>
            <pc:sldMk cId="2037548644" sldId="339"/>
            <ac:spMk id="17" creationId="{0AAD0818-D156-733A-C1A5-E5F1214384EB}"/>
          </ac:spMkLst>
        </pc:spChg>
        <pc:spChg chg="add del mod">
          <ac:chgData name="panwanke" userId="2eea59ba-b83b-4a63-b222-cef7f900ec6d" providerId="ADAL" clId="{9529A2F3-7C2E-4D7C-BE68-F9282F62F7CA}" dt="2022-06-26T14:57:46.908" v="3787" actId="478"/>
          <ac:spMkLst>
            <pc:docMk/>
            <pc:sldMk cId="2037548644" sldId="339"/>
            <ac:spMk id="18" creationId="{129DDD73-2F93-A760-1D70-886C936C1F5C}"/>
          </ac:spMkLst>
        </pc:spChg>
        <pc:spChg chg="add del mod">
          <ac:chgData name="panwanke" userId="2eea59ba-b83b-4a63-b222-cef7f900ec6d" providerId="ADAL" clId="{9529A2F3-7C2E-4D7C-BE68-F9282F62F7CA}" dt="2022-06-26T14:57:48.284" v="3788" actId="478"/>
          <ac:spMkLst>
            <pc:docMk/>
            <pc:sldMk cId="2037548644" sldId="339"/>
            <ac:spMk id="19" creationId="{A87BB12B-49B0-58EC-5642-9899360FAC74}"/>
          </ac:spMkLst>
        </pc:spChg>
        <pc:spChg chg="add del">
          <ac:chgData name="panwanke" userId="2eea59ba-b83b-4a63-b222-cef7f900ec6d" providerId="ADAL" clId="{9529A2F3-7C2E-4D7C-BE68-F9282F62F7CA}" dt="2022-06-27T06:58:57.803" v="4004" actId="478"/>
          <ac:spMkLst>
            <pc:docMk/>
            <pc:sldMk cId="2037548644" sldId="339"/>
            <ac:spMk id="20" creationId="{7AE4BB0D-6F3D-43BA-684B-DD9B898D4ABF}"/>
          </ac:spMkLst>
        </pc:spChg>
        <pc:picChg chg="del">
          <ac:chgData name="panwanke" userId="2eea59ba-b83b-4a63-b222-cef7f900ec6d" providerId="ADAL" clId="{9529A2F3-7C2E-4D7C-BE68-F9282F62F7CA}" dt="2022-06-24T07:56:54.588" v="223" actId="478"/>
          <ac:picMkLst>
            <pc:docMk/>
            <pc:sldMk cId="2037548644" sldId="339"/>
            <ac:picMk id="6" creationId="{CD3076B0-0FD6-DEB3-14CC-27BD71633E43}"/>
          </ac:picMkLst>
        </pc:picChg>
        <pc:picChg chg="add mod">
          <ac:chgData name="panwanke" userId="2eea59ba-b83b-4a63-b222-cef7f900ec6d" providerId="ADAL" clId="{9529A2F3-7C2E-4D7C-BE68-F9282F62F7CA}" dt="2022-06-25T11:44:15.342" v="1258" actId="1076"/>
          <ac:picMkLst>
            <pc:docMk/>
            <pc:sldMk cId="2037548644" sldId="339"/>
            <ac:picMk id="7" creationId="{365C9E38-A13B-BD13-2FD7-56B0E374B2A7}"/>
          </ac:picMkLst>
        </pc:picChg>
        <pc:picChg chg="add mod">
          <ac:chgData name="panwanke" userId="2eea59ba-b83b-4a63-b222-cef7f900ec6d" providerId="ADAL" clId="{9529A2F3-7C2E-4D7C-BE68-F9282F62F7CA}" dt="2022-06-25T11:44:15.342" v="1258" actId="1076"/>
          <ac:picMkLst>
            <pc:docMk/>
            <pc:sldMk cId="2037548644" sldId="339"/>
            <ac:picMk id="1026" creationId="{8CB91794-D04C-7008-0C9F-95F3E0630A1E}"/>
          </ac:picMkLst>
        </pc:picChg>
        <pc:picChg chg="add mod">
          <ac:chgData name="panwanke" userId="2eea59ba-b83b-4a63-b222-cef7f900ec6d" providerId="ADAL" clId="{9529A2F3-7C2E-4D7C-BE68-F9282F62F7CA}" dt="2022-06-25T11:44:15.342" v="1258" actId="1076"/>
          <ac:picMkLst>
            <pc:docMk/>
            <pc:sldMk cId="2037548644" sldId="339"/>
            <ac:picMk id="1028" creationId="{B1E4149F-EB6C-F798-4D90-2DC34A0EFFB3}"/>
          </ac:picMkLst>
        </pc:picChg>
        <pc:cxnChg chg="del">
          <ac:chgData name="panwanke" userId="2eea59ba-b83b-4a63-b222-cef7f900ec6d" providerId="ADAL" clId="{9529A2F3-7C2E-4D7C-BE68-F9282F62F7CA}" dt="2022-06-25T11:44:08.815" v="1255" actId="478"/>
          <ac:cxnSpMkLst>
            <pc:docMk/>
            <pc:sldMk cId="2037548644" sldId="339"/>
            <ac:cxnSpMk id="5" creationId="{6FD81F64-A4BD-4241-A358-AC71F804FACC}"/>
          </ac:cxnSpMkLst>
        </pc:cxnChg>
      </pc:sldChg>
      <pc:sldChg chg="addSp delSp modSp add mod modTransition modNotesTx">
        <pc:chgData name="panwanke" userId="2eea59ba-b83b-4a63-b222-cef7f900ec6d" providerId="ADAL" clId="{9529A2F3-7C2E-4D7C-BE68-F9282F62F7CA}" dt="2022-06-27T07:27:27.422" v="5240" actId="20577"/>
        <pc:sldMkLst>
          <pc:docMk/>
          <pc:sldMk cId="2950485491" sldId="340"/>
        </pc:sldMkLst>
        <pc:spChg chg="del">
          <ac:chgData name="panwanke" userId="2eea59ba-b83b-4a63-b222-cef7f900ec6d" providerId="ADAL" clId="{9529A2F3-7C2E-4D7C-BE68-F9282F62F7CA}" dt="2022-06-25T11:48:14.233" v="1284" actId="478"/>
          <ac:spMkLst>
            <pc:docMk/>
            <pc:sldMk cId="2950485491" sldId="340"/>
            <ac:spMk id="2" creationId="{F2EDBBE9-2194-43FF-93CC-48B687E1F43C}"/>
          </ac:spMkLst>
        </pc:spChg>
        <pc:spChg chg="add">
          <ac:chgData name="panwanke" userId="2eea59ba-b83b-4a63-b222-cef7f900ec6d" providerId="ADAL" clId="{9529A2F3-7C2E-4D7C-BE68-F9282F62F7CA}" dt="2022-06-26T15:02:46.074" v="3847" actId="22"/>
          <ac:spMkLst>
            <pc:docMk/>
            <pc:sldMk cId="2950485491" sldId="340"/>
            <ac:spMk id="3" creationId="{A47B6DEA-A096-68F2-0022-55FD2DB0EBAE}"/>
          </ac:spMkLst>
        </pc:spChg>
        <pc:spChg chg="add del mod">
          <ac:chgData name="panwanke" userId="2eea59ba-b83b-4a63-b222-cef7f900ec6d" providerId="ADAL" clId="{9529A2F3-7C2E-4D7C-BE68-F9282F62F7CA}" dt="2022-06-25T11:48:14.233" v="1284" actId="478"/>
          <ac:spMkLst>
            <pc:docMk/>
            <pc:sldMk cId="2950485491" sldId="340"/>
            <ac:spMk id="4" creationId="{E4FDB5A4-C30D-4425-BB5F-3BBF7F547CB0}"/>
          </ac:spMkLst>
        </pc:spChg>
        <pc:spChg chg="add">
          <ac:chgData name="panwanke" userId="2eea59ba-b83b-4a63-b222-cef7f900ec6d" providerId="ADAL" clId="{9529A2F3-7C2E-4D7C-BE68-F9282F62F7CA}" dt="2022-06-26T15:02:46.074" v="3847" actId="22"/>
          <ac:spMkLst>
            <pc:docMk/>
            <pc:sldMk cId="2950485491" sldId="340"/>
            <ac:spMk id="5" creationId="{AFD5EEE2-873A-7529-3749-DCCB6C64ED8F}"/>
          </ac:spMkLst>
        </pc:spChg>
        <pc:spChg chg="add">
          <ac:chgData name="panwanke" userId="2eea59ba-b83b-4a63-b222-cef7f900ec6d" providerId="ADAL" clId="{9529A2F3-7C2E-4D7C-BE68-F9282F62F7CA}" dt="2022-06-26T15:02:46.074" v="3847" actId="22"/>
          <ac:spMkLst>
            <pc:docMk/>
            <pc:sldMk cId="2950485491" sldId="340"/>
            <ac:spMk id="8" creationId="{DF8EE3E7-70B4-1081-2CA2-03C05A0A3CEA}"/>
          </ac:spMkLst>
        </pc:spChg>
        <pc:spChg chg="add mod">
          <ac:chgData name="panwanke" userId="2eea59ba-b83b-4a63-b222-cef7f900ec6d" providerId="ADAL" clId="{9529A2F3-7C2E-4D7C-BE68-F9282F62F7CA}" dt="2022-06-24T08:46:27.830" v="311" actId="1076"/>
          <ac:spMkLst>
            <pc:docMk/>
            <pc:sldMk cId="2950485491" sldId="340"/>
            <ac:spMk id="9" creationId="{36C99C1B-83B8-2FFD-AF40-58D44DCE7E6F}"/>
          </ac:spMkLst>
        </pc:spChg>
        <pc:spChg chg="del">
          <ac:chgData name="panwanke" userId="2eea59ba-b83b-4a63-b222-cef7f900ec6d" providerId="ADAL" clId="{9529A2F3-7C2E-4D7C-BE68-F9282F62F7CA}" dt="2022-06-25T11:48:14.233" v="1284" actId="478"/>
          <ac:spMkLst>
            <pc:docMk/>
            <pc:sldMk cId="2950485491" sldId="340"/>
            <ac:spMk id="12" creationId="{81AE3E5D-B057-F679-B0A6-C1C1F44A0E0A}"/>
          </ac:spMkLst>
        </pc:spChg>
        <pc:spChg chg="add">
          <ac:chgData name="panwanke" userId="2eea59ba-b83b-4a63-b222-cef7f900ec6d" providerId="ADAL" clId="{9529A2F3-7C2E-4D7C-BE68-F9282F62F7CA}" dt="2022-06-26T15:02:46.074" v="3847" actId="22"/>
          <ac:spMkLst>
            <pc:docMk/>
            <pc:sldMk cId="2950485491" sldId="340"/>
            <ac:spMk id="12" creationId="{C2F513F2-8920-E977-326E-D7E4C90F49CF}"/>
          </ac:spMkLst>
        </pc:spChg>
        <pc:spChg chg="del">
          <ac:chgData name="panwanke" userId="2eea59ba-b83b-4a63-b222-cef7f900ec6d" providerId="ADAL" clId="{9529A2F3-7C2E-4D7C-BE68-F9282F62F7CA}" dt="2022-06-25T11:48:14.233" v="1284" actId="478"/>
          <ac:spMkLst>
            <pc:docMk/>
            <pc:sldMk cId="2950485491" sldId="340"/>
            <ac:spMk id="14" creationId="{042D50D8-F5A7-A830-52CF-E68E4A8650A4}"/>
          </ac:spMkLst>
        </pc:spChg>
        <pc:picChg chg="add mod">
          <ac:chgData name="panwanke" userId="2eea59ba-b83b-4a63-b222-cef7f900ec6d" providerId="ADAL" clId="{9529A2F3-7C2E-4D7C-BE68-F9282F62F7CA}" dt="2022-06-24T08:47:17.969" v="314" actId="1076"/>
          <ac:picMkLst>
            <pc:docMk/>
            <pc:sldMk cId="2950485491" sldId="340"/>
            <ac:picMk id="6" creationId="{3F9274C7-7093-8537-38C6-9DE0C20DA6CA}"/>
          </ac:picMkLst>
        </pc:picChg>
        <pc:picChg chg="del">
          <ac:chgData name="panwanke" userId="2eea59ba-b83b-4a63-b222-cef7f900ec6d" providerId="ADAL" clId="{9529A2F3-7C2E-4D7C-BE68-F9282F62F7CA}" dt="2022-06-24T08:33:51.219" v="260" actId="478"/>
          <ac:picMkLst>
            <pc:docMk/>
            <pc:sldMk cId="2950485491" sldId="340"/>
            <ac:picMk id="7" creationId="{365C9E38-A13B-BD13-2FD7-56B0E374B2A7}"/>
          </ac:picMkLst>
        </pc:picChg>
        <pc:picChg chg="add mod">
          <ac:chgData name="panwanke" userId="2eea59ba-b83b-4a63-b222-cef7f900ec6d" providerId="ADAL" clId="{9529A2F3-7C2E-4D7C-BE68-F9282F62F7CA}" dt="2022-06-24T09:10:21.712" v="360" actId="1076"/>
          <ac:picMkLst>
            <pc:docMk/>
            <pc:sldMk cId="2950485491" sldId="340"/>
            <ac:picMk id="11" creationId="{2C0A1E99-0D39-8DCB-F80B-E2A2460B2DEB}"/>
          </ac:picMkLst>
        </pc:picChg>
        <pc:picChg chg="del">
          <ac:chgData name="panwanke" userId="2eea59ba-b83b-4a63-b222-cef7f900ec6d" providerId="ADAL" clId="{9529A2F3-7C2E-4D7C-BE68-F9282F62F7CA}" dt="2022-06-24T08:33:50.650" v="259" actId="478"/>
          <ac:picMkLst>
            <pc:docMk/>
            <pc:sldMk cId="2950485491" sldId="340"/>
            <ac:picMk id="1026" creationId="{8CB91794-D04C-7008-0C9F-95F3E0630A1E}"/>
          </ac:picMkLst>
        </pc:picChg>
        <pc:picChg chg="del">
          <ac:chgData name="panwanke" userId="2eea59ba-b83b-4a63-b222-cef7f900ec6d" providerId="ADAL" clId="{9529A2F3-7C2E-4D7C-BE68-F9282F62F7CA}" dt="2022-06-24T08:33:51.531" v="261" actId="478"/>
          <ac:picMkLst>
            <pc:docMk/>
            <pc:sldMk cId="2950485491" sldId="340"/>
            <ac:picMk id="1028" creationId="{B1E4149F-EB6C-F798-4D90-2DC34A0EFFB3}"/>
          </ac:picMkLst>
        </pc:picChg>
        <pc:cxnChg chg="del">
          <ac:chgData name="panwanke" userId="2eea59ba-b83b-4a63-b222-cef7f900ec6d" providerId="ADAL" clId="{9529A2F3-7C2E-4D7C-BE68-F9282F62F7CA}" dt="2022-06-24T08:42:17.179" v="265" actId="478"/>
          <ac:cxnSpMkLst>
            <pc:docMk/>
            <pc:sldMk cId="2950485491" sldId="340"/>
            <ac:cxnSpMk id="5" creationId="{6FD81F64-A4BD-4241-A358-AC71F804FACC}"/>
          </ac:cxnSpMkLst>
        </pc:cxnChg>
      </pc:sldChg>
      <pc:sldChg chg="add del">
        <pc:chgData name="panwanke" userId="2eea59ba-b83b-4a63-b222-cef7f900ec6d" providerId="ADAL" clId="{9529A2F3-7C2E-4D7C-BE68-F9282F62F7CA}" dt="2022-06-24T08:46:32.985" v="312" actId="47"/>
        <pc:sldMkLst>
          <pc:docMk/>
          <pc:sldMk cId="161337121" sldId="341"/>
        </pc:sldMkLst>
      </pc:sldChg>
      <pc:sldChg chg="addSp delSp modSp add mod modTransition modNotesTx">
        <pc:chgData name="panwanke" userId="2eea59ba-b83b-4a63-b222-cef7f900ec6d" providerId="ADAL" clId="{9529A2F3-7C2E-4D7C-BE68-F9282F62F7CA}" dt="2022-06-27T15:21:51.093" v="10471" actId="20577"/>
        <pc:sldMkLst>
          <pc:docMk/>
          <pc:sldMk cId="1935947431" sldId="341"/>
        </pc:sldMkLst>
        <pc:spChg chg="del">
          <ac:chgData name="panwanke" userId="2eea59ba-b83b-4a63-b222-cef7f900ec6d" providerId="ADAL" clId="{9529A2F3-7C2E-4D7C-BE68-F9282F62F7CA}" dt="2022-06-25T11:48:08.687" v="1283" actId="478"/>
          <ac:spMkLst>
            <pc:docMk/>
            <pc:sldMk cId="1935947431" sldId="341"/>
            <ac:spMk id="2" creationId="{F2EDBBE9-2194-43FF-93CC-48B687E1F43C}"/>
          </ac:spMkLst>
        </pc:spChg>
        <pc:spChg chg="add mod">
          <ac:chgData name="panwanke" userId="2eea59ba-b83b-4a63-b222-cef7f900ec6d" providerId="ADAL" clId="{9529A2F3-7C2E-4D7C-BE68-F9282F62F7CA}" dt="2022-06-24T09:10:07.012" v="356" actId="1076"/>
          <ac:spMkLst>
            <pc:docMk/>
            <pc:sldMk cId="1935947431" sldId="341"/>
            <ac:spMk id="3" creationId="{AD785F6B-6377-CA54-A56F-58DBF478146A}"/>
          </ac:spMkLst>
        </pc:spChg>
        <pc:spChg chg="add">
          <ac:chgData name="panwanke" userId="2eea59ba-b83b-4a63-b222-cef7f900ec6d" providerId="ADAL" clId="{9529A2F3-7C2E-4D7C-BE68-F9282F62F7CA}" dt="2022-06-26T15:02:44.477" v="3846" actId="22"/>
          <ac:spMkLst>
            <pc:docMk/>
            <pc:sldMk cId="1935947431" sldId="341"/>
            <ac:spMk id="4" creationId="{2785E22C-45D2-C621-0068-7F632FBF666F}"/>
          </ac:spMkLst>
        </pc:spChg>
        <pc:spChg chg="del">
          <ac:chgData name="panwanke" userId="2eea59ba-b83b-4a63-b222-cef7f900ec6d" providerId="ADAL" clId="{9529A2F3-7C2E-4D7C-BE68-F9282F62F7CA}" dt="2022-06-25T11:48:08.687" v="1283" actId="478"/>
          <ac:spMkLst>
            <pc:docMk/>
            <pc:sldMk cId="1935947431" sldId="341"/>
            <ac:spMk id="4" creationId="{E4FDB5A4-C30D-4425-BB5F-3BBF7F547CB0}"/>
          </ac:spMkLst>
        </pc:spChg>
        <pc:spChg chg="add">
          <ac:chgData name="panwanke" userId="2eea59ba-b83b-4a63-b222-cef7f900ec6d" providerId="ADAL" clId="{9529A2F3-7C2E-4D7C-BE68-F9282F62F7CA}" dt="2022-06-26T15:02:44.477" v="3846" actId="22"/>
          <ac:spMkLst>
            <pc:docMk/>
            <pc:sldMk cId="1935947431" sldId="341"/>
            <ac:spMk id="7" creationId="{24E0114A-3711-ED48-34C2-365BB3F9A7B8}"/>
          </ac:spMkLst>
        </pc:spChg>
        <pc:spChg chg="add">
          <ac:chgData name="panwanke" userId="2eea59ba-b83b-4a63-b222-cef7f900ec6d" providerId="ADAL" clId="{9529A2F3-7C2E-4D7C-BE68-F9282F62F7CA}" dt="2022-06-26T15:02:44.477" v="3846" actId="22"/>
          <ac:spMkLst>
            <pc:docMk/>
            <pc:sldMk cId="1935947431" sldId="341"/>
            <ac:spMk id="10" creationId="{E29BA332-B4DD-D827-F0A7-4C563C5508E6}"/>
          </ac:spMkLst>
        </pc:spChg>
        <pc:spChg chg="add">
          <ac:chgData name="panwanke" userId="2eea59ba-b83b-4a63-b222-cef7f900ec6d" providerId="ADAL" clId="{9529A2F3-7C2E-4D7C-BE68-F9282F62F7CA}" dt="2022-06-26T15:02:44.477" v="3846" actId="22"/>
          <ac:spMkLst>
            <pc:docMk/>
            <pc:sldMk cId="1935947431" sldId="341"/>
            <ac:spMk id="12" creationId="{2AE97566-EFC4-6398-4DEE-42937BFA3DDD}"/>
          </ac:spMkLst>
        </pc:spChg>
        <pc:spChg chg="del">
          <ac:chgData name="panwanke" userId="2eea59ba-b83b-4a63-b222-cef7f900ec6d" providerId="ADAL" clId="{9529A2F3-7C2E-4D7C-BE68-F9282F62F7CA}" dt="2022-06-25T11:48:08.687" v="1283" actId="478"/>
          <ac:spMkLst>
            <pc:docMk/>
            <pc:sldMk cId="1935947431" sldId="341"/>
            <ac:spMk id="12" creationId="{81AE3E5D-B057-F679-B0A6-C1C1F44A0E0A}"/>
          </ac:spMkLst>
        </pc:spChg>
        <pc:spChg chg="del">
          <ac:chgData name="panwanke" userId="2eea59ba-b83b-4a63-b222-cef7f900ec6d" providerId="ADAL" clId="{9529A2F3-7C2E-4D7C-BE68-F9282F62F7CA}" dt="2022-06-25T11:48:08.687" v="1283" actId="478"/>
          <ac:spMkLst>
            <pc:docMk/>
            <pc:sldMk cId="1935947431" sldId="341"/>
            <ac:spMk id="14" creationId="{042D50D8-F5A7-A830-52CF-E68E4A8650A4}"/>
          </ac:spMkLst>
        </pc:spChg>
        <pc:picChg chg="add del mod">
          <ac:chgData name="panwanke" userId="2eea59ba-b83b-4a63-b222-cef7f900ec6d" providerId="ADAL" clId="{9529A2F3-7C2E-4D7C-BE68-F9282F62F7CA}" dt="2022-06-24T08:53:41.350" v="349" actId="478"/>
          <ac:picMkLst>
            <pc:docMk/>
            <pc:sldMk cId="1935947431" sldId="341"/>
            <ac:picMk id="2050" creationId="{E21C9BAD-4170-4998-179D-5F16ED6A1461}"/>
          </ac:picMkLst>
        </pc:picChg>
        <pc:picChg chg="add mod">
          <ac:chgData name="panwanke" userId="2eea59ba-b83b-4a63-b222-cef7f900ec6d" providerId="ADAL" clId="{9529A2F3-7C2E-4D7C-BE68-F9282F62F7CA}" dt="2022-06-24T09:10:02.793" v="355" actId="1076"/>
          <ac:picMkLst>
            <pc:docMk/>
            <pc:sldMk cId="1935947431" sldId="341"/>
            <ac:picMk id="2052" creationId="{9CE5DAC4-DED9-3F18-0227-525B99FDC4A0}"/>
          </ac:picMkLst>
        </pc:picChg>
      </pc:sldChg>
      <pc:sldChg chg="add del">
        <pc:chgData name="panwanke" userId="2eea59ba-b83b-4a63-b222-cef7f900ec6d" providerId="ADAL" clId="{9529A2F3-7C2E-4D7C-BE68-F9282F62F7CA}" dt="2022-06-24T08:48:58.132" v="317" actId="47"/>
        <pc:sldMkLst>
          <pc:docMk/>
          <pc:sldMk cId="3353498499" sldId="341"/>
        </pc:sldMkLst>
      </pc:sldChg>
      <pc:sldChg chg="addSp delSp modSp add del mod">
        <pc:chgData name="panwanke" userId="2eea59ba-b83b-4a63-b222-cef7f900ec6d" providerId="ADAL" clId="{9529A2F3-7C2E-4D7C-BE68-F9282F62F7CA}" dt="2022-06-25T08:37:48.228" v="442" actId="47"/>
        <pc:sldMkLst>
          <pc:docMk/>
          <pc:sldMk cId="2786181345" sldId="342"/>
        </pc:sldMkLst>
        <pc:spChg chg="add mod">
          <ac:chgData name="panwanke" userId="2eea59ba-b83b-4a63-b222-cef7f900ec6d" providerId="ADAL" clId="{9529A2F3-7C2E-4D7C-BE68-F9282F62F7CA}" dt="2022-06-24T09:11:02.638" v="385" actId="20577"/>
          <ac:spMkLst>
            <pc:docMk/>
            <pc:sldMk cId="2786181345" sldId="342"/>
            <ac:spMk id="7" creationId="{64FE63FD-8269-2C5A-3C1F-AB63121974BE}"/>
          </ac:spMkLst>
        </pc:spChg>
        <pc:picChg chg="del">
          <ac:chgData name="panwanke" userId="2eea59ba-b83b-4a63-b222-cef7f900ec6d" providerId="ADAL" clId="{9529A2F3-7C2E-4D7C-BE68-F9282F62F7CA}" dt="2022-06-24T09:10:46.200" v="362" actId="478"/>
          <ac:picMkLst>
            <pc:docMk/>
            <pc:sldMk cId="2786181345" sldId="342"/>
            <ac:picMk id="2052" creationId="{9CE5DAC4-DED9-3F18-0227-525B99FDC4A0}"/>
          </ac:picMkLst>
        </pc:picChg>
      </pc:sldChg>
      <pc:sldChg chg="addSp delSp modSp add mod ord modTransition modNotesTx">
        <pc:chgData name="panwanke" userId="2eea59ba-b83b-4a63-b222-cef7f900ec6d" providerId="ADAL" clId="{9529A2F3-7C2E-4D7C-BE68-F9282F62F7CA}" dt="2022-06-27T15:20:17.878" v="10422" actId="20577"/>
        <pc:sldMkLst>
          <pc:docMk/>
          <pc:sldMk cId="1026989642" sldId="343"/>
        </pc:sldMkLst>
        <pc:spChg chg="del">
          <ac:chgData name="panwanke" userId="2eea59ba-b83b-4a63-b222-cef7f900ec6d" providerId="ADAL" clId="{9529A2F3-7C2E-4D7C-BE68-F9282F62F7CA}" dt="2022-06-25T11:48:05.044" v="1282" actId="478"/>
          <ac:spMkLst>
            <pc:docMk/>
            <pc:sldMk cId="1026989642" sldId="343"/>
            <ac:spMk id="2" creationId="{F2EDBBE9-2194-43FF-93CC-48B687E1F43C}"/>
          </ac:spMkLst>
        </pc:spChg>
        <pc:spChg chg="add">
          <ac:chgData name="panwanke" userId="2eea59ba-b83b-4a63-b222-cef7f900ec6d" providerId="ADAL" clId="{9529A2F3-7C2E-4D7C-BE68-F9282F62F7CA}" dt="2022-06-26T15:02:43.170" v="3845" actId="22"/>
          <ac:spMkLst>
            <pc:docMk/>
            <pc:sldMk cId="1026989642" sldId="343"/>
            <ac:spMk id="4" creationId="{3B6A91A6-BA5E-AD35-BFB5-C1CABC844579}"/>
          </ac:spMkLst>
        </pc:spChg>
        <pc:spChg chg="del">
          <ac:chgData name="panwanke" userId="2eea59ba-b83b-4a63-b222-cef7f900ec6d" providerId="ADAL" clId="{9529A2F3-7C2E-4D7C-BE68-F9282F62F7CA}" dt="2022-06-25T11:48:05.044" v="1282" actId="478"/>
          <ac:spMkLst>
            <pc:docMk/>
            <pc:sldMk cId="1026989642" sldId="343"/>
            <ac:spMk id="4" creationId="{E4FDB5A4-C30D-4425-BB5F-3BBF7F547CB0}"/>
          </ac:spMkLst>
        </pc:spChg>
        <pc:spChg chg="mod">
          <ac:chgData name="panwanke" userId="2eea59ba-b83b-4a63-b222-cef7f900ec6d" providerId="ADAL" clId="{9529A2F3-7C2E-4D7C-BE68-F9282F62F7CA}" dt="2022-06-25T08:33:16.620" v="400" actId="20577"/>
          <ac:spMkLst>
            <pc:docMk/>
            <pc:sldMk cId="1026989642" sldId="343"/>
            <ac:spMk id="7" creationId="{64FE63FD-8269-2C5A-3C1F-AB63121974BE}"/>
          </ac:spMkLst>
        </pc:spChg>
        <pc:spChg chg="add">
          <ac:chgData name="panwanke" userId="2eea59ba-b83b-4a63-b222-cef7f900ec6d" providerId="ADAL" clId="{9529A2F3-7C2E-4D7C-BE68-F9282F62F7CA}" dt="2022-06-26T15:02:43.170" v="3845" actId="22"/>
          <ac:spMkLst>
            <pc:docMk/>
            <pc:sldMk cId="1026989642" sldId="343"/>
            <ac:spMk id="8" creationId="{0D184778-BD79-BB5D-1847-8F659FD346A6}"/>
          </ac:spMkLst>
        </pc:spChg>
        <pc:spChg chg="add">
          <ac:chgData name="panwanke" userId="2eea59ba-b83b-4a63-b222-cef7f900ec6d" providerId="ADAL" clId="{9529A2F3-7C2E-4D7C-BE68-F9282F62F7CA}" dt="2022-06-26T15:02:43.170" v="3845" actId="22"/>
          <ac:spMkLst>
            <pc:docMk/>
            <pc:sldMk cId="1026989642" sldId="343"/>
            <ac:spMk id="12" creationId="{6DCF0D5F-379B-C365-1FCC-5B1707DCCABF}"/>
          </ac:spMkLst>
        </pc:spChg>
        <pc:spChg chg="del">
          <ac:chgData name="panwanke" userId="2eea59ba-b83b-4a63-b222-cef7f900ec6d" providerId="ADAL" clId="{9529A2F3-7C2E-4D7C-BE68-F9282F62F7CA}" dt="2022-06-25T11:48:05.044" v="1282" actId="478"/>
          <ac:spMkLst>
            <pc:docMk/>
            <pc:sldMk cId="1026989642" sldId="343"/>
            <ac:spMk id="12" creationId="{81AE3E5D-B057-F679-B0A6-C1C1F44A0E0A}"/>
          </ac:spMkLst>
        </pc:spChg>
        <pc:spChg chg="del">
          <ac:chgData name="panwanke" userId="2eea59ba-b83b-4a63-b222-cef7f900ec6d" providerId="ADAL" clId="{9529A2F3-7C2E-4D7C-BE68-F9282F62F7CA}" dt="2022-06-25T11:48:05.044" v="1282" actId="478"/>
          <ac:spMkLst>
            <pc:docMk/>
            <pc:sldMk cId="1026989642" sldId="343"/>
            <ac:spMk id="14" creationId="{042D50D8-F5A7-A830-52CF-E68E4A8650A4}"/>
          </ac:spMkLst>
        </pc:spChg>
        <pc:spChg chg="add">
          <ac:chgData name="panwanke" userId="2eea59ba-b83b-4a63-b222-cef7f900ec6d" providerId="ADAL" clId="{9529A2F3-7C2E-4D7C-BE68-F9282F62F7CA}" dt="2022-06-26T15:02:43.170" v="3845" actId="22"/>
          <ac:spMkLst>
            <pc:docMk/>
            <pc:sldMk cId="1026989642" sldId="343"/>
            <ac:spMk id="14" creationId="{11212D36-D2DC-54A3-0F16-2AA561E3A5DA}"/>
          </ac:spMkLst>
        </pc:spChg>
        <pc:picChg chg="add del mod ord">
          <ac:chgData name="panwanke" userId="2eea59ba-b83b-4a63-b222-cef7f900ec6d" providerId="ADAL" clId="{9529A2F3-7C2E-4D7C-BE68-F9282F62F7CA}" dt="2022-06-25T11:48:05.044" v="1282" actId="478"/>
          <ac:picMkLst>
            <pc:docMk/>
            <pc:sldMk cId="1026989642" sldId="343"/>
            <ac:picMk id="8" creationId="{A352EBF0-1AA0-CFD9-8C27-F234F3F17B20}"/>
          </ac:picMkLst>
        </pc:picChg>
        <pc:picChg chg="add mod ord">
          <ac:chgData name="panwanke" userId="2eea59ba-b83b-4a63-b222-cef7f900ec6d" providerId="ADAL" clId="{9529A2F3-7C2E-4D7C-BE68-F9282F62F7CA}" dt="2022-06-25T12:53:04.791" v="2380" actId="167"/>
          <ac:picMkLst>
            <pc:docMk/>
            <pc:sldMk cId="1026989642" sldId="343"/>
            <ac:picMk id="11" creationId="{2E470CA0-64ED-2A54-45C6-2DB16B37023C}"/>
          </ac:picMkLst>
        </pc:picChg>
      </pc:sldChg>
      <pc:sldChg chg="add del">
        <pc:chgData name="panwanke" userId="2eea59ba-b83b-4a63-b222-cef7f900ec6d" providerId="ADAL" clId="{9529A2F3-7C2E-4D7C-BE68-F9282F62F7CA}" dt="2022-06-25T08:33:35.934" v="412"/>
        <pc:sldMkLst>
          <pc:docMk/>
          <pc:sldMk cId="618395355" sldId="344"/>
        </pc:sldMkLst>
      </pc:sldChg>
      <pc:sldChg chg="add del">
        <pc:chgData name="panwanke" userId="2eea59ba-b83b-4a63-b222-cef7f900ec6d" providerId="ADAL" clId="{9529A2F3-7C2E-4D7C-BE68-F9282F62F7CA}" dt="2022-06-25T08:33:30.006" v="408"/>
        <pc:sldMkLst>
          <pc:docMk/>
          <pc:sldMk cId="1879174759" sldId="344"/>
        </pc:sldMkLst>
      </pc:sldChg>
      <pc:sldChg chg="add del">
        <pc:chgData name="panwanke" userId="2eea59ba-b83b-4a63-b222-cef7f900ec6d" providerId="ADAL" clId="{9529A2F3-7C2E-4D7C-BE68-F9282F62F7CA}" dt="2022-06-25T08:33:32.889" v="410"/>
        <pc:sldMkLst>
          <pc:docMk/>
          <pc:sldMk cId="1930397811" sldId="344"/>
        </pc:sldMkLst>
      </pc:sldChg>
      <pc:sldChg chg="add del">
        <pc:chgData name="panwanke" userId="2eea59ba-b83b-4a63-b222-cef7f900ec6d" providerId="ADAL" clId="{9529A2F3-7C2E-4D7C-BE68-F9282F62F7CA}" dt="2022-06-25T08:33:20.194" v="402"/>
        <pc:sldMkLst>
          <pc:docMk/>
          <pc:sldMk cId="2101125665" sldId="344"/>
        </pc:sldMkLst>
      </pc:sldChg>
      <pc:sldChg chg="addSp delSp modSp add mod modTransition modNotesTx">
        <pc:chgData name="panwanke" userId="2eea59ba-b83b-4a63-b222-cef7f900ec6d" providerId="ADAL" clId="{9529A2F3-7C2E-4D7C-BE68-F9282F62F7CA}" dt="2022-06-27T07:31:14.263" v="5526" actId="20577"/>
        <pc:sldMkLst>
          <pc:docMk/>
          <pc:sldMk cId="2131543737" sldId="344"/>
        </pc:sldMkLst>
        <pc:spChg chg="del">
          <ac:chgData name="panwanke" userId="2eea59ba-b83b-4a63-b222-cef7f900ec6d" providerId="ADAL" clId="{9529A2F3-7C2E-4D7C-BE68-F9282F62F7CA}" dt="2022-06-25T11:48:00.169" v="1281" actId="478"/>
          <ac:spMkLst>
            <pc:docMk/>
            <pc:sldMk cId="2131543737" sldId="344"/>
            <ac:spMk id="2" creationId="{F2EDBBE9-2194-43FF-93CC-48B687E1F43C}"/>
          </ac:spMkLst>
        </pc:spChg>
        <pc:spChg chg="add">
          <ac:chgData name="panwanke" userId="2eea59ba-b83b-4a63-b222-cef7f900ec6d" providerId="ADAL" clId="{9529A2F3-7C2E-4D7C-BE68-F9282F62F7CA}" dt="2022-06-26T15:02:42.423" v="3844" actId="22"/>
          <ac:spMkLst>
            <pc:docMk/>
            <pc:sldMk cId="2131543737" sldId="344"/>
            <ac:spMk id="4" creationId="{A1469410-9589-F473-CA2B-011548058333}"/>
          </ac:spMkLst>
        </pc:spChg>
        <pc:spChg chg="del">
          <ac:chgData name="panwanke" userId="2eea59ba-b83b-4a63-b222-cef7f900ec6d" providerId="ADAL" clId="{9529A2F3-7C2E-4D7C-BE68-F9282F62F7CA}" dt="2022-06-25T11:48:00.169" v="1281" actId="478"/>
          <ac:spMkLst>
            <pc:docMk/>
            <pc:sldMk cId="2131543737" sldId="344"/>
            <ac:spMk id="4" creationId="{E4FDB5A4-C30D-4425-BB5F-3BBF7F547CB0}"/>
          </ac:spMkLst>
        </pc:spChg>
        <pc:spChg chg="add">
          <ac:chgData name="panwanke" userId="2eea59ba-b83b-4a63-b222-cef7f900ec6d" providerId="ADAL" clId="{9529A2F3-7C2E-4D7C-BE68-F9282F62F7CA}" dt="2022-06-26T15:02:42.423" v="3844" actId="22"/>
          <ac:spMkLst>
            <pc:docMk/>
            <pc:sldMk cId="2131543737" sldId="344"/>
            <ac:spMk id="8" creationId="{9B1AA226-8925-A165-47AE-AF62CF7197E3}"/>
          </ac:spMkLst>
        </pc:spChg>
        <pc:spChg chg="add mod">
          <ac:chgData name="panwanke" userId="2eea59ba-b83b-4a63-b222-cef7f900ec6d" providerId="ADAL" clId="{9529A2F3-7C2E-4D7C-BE68-F9282F62F7CA}" dt="2022-06-25T08:37:31.946" v="425" actId="1076"/>
          <ac:spMkLst>
            <pc:docMk/>
            <pc:sldMk cId="2131543737" sldId="344"/>
            <ac:spMk id="10" creationId="{E3295F34-398B-D57F-CA97-6B511819CE48}"/>
          </ac:spMkLst>
        </pc:spChg>
        <pc:spChg chg="del">
          <ac:chgData name="panwanke" userId="2eea59ba-b83b-4a63-b222-cef7f900ec6d" providerId="ADAL" clId="{9529A2F3-7C2E-4D7C-BE68-F9282F62F7CA}" dt="2022-06-25T11:48:00.169" v="1281" actId="478"/>
          <ac:spMkLst>
            <pc:docMk/>
            <pc:sldMk cId="2131543737" sldId="344"/>
            <ac:spMk id="12" creationId="{81AE3E5D-B057-F679-B0A6-C1C1F44A0E0A}"/>
          </ac:spMkLst>
        </pc:spChg>
        <pc:spChg chg="add">
          <ac:chgData name="panwanke" userId="2eea59ba-b83b-4a63-b222-cef7f900ec6d" providerId="ADAL" clId="{9529A2F3-7C2E-4D7C-BE68-F9282F62F7CA}" dt="2022-06-26T15:02:42.423" v="3844" actId="22"/>
          <ac:spMkLst>
            <pc:docMk/>
            <pc:sldMk cId="2131543737" sldId="344"/>
            <ac:spMk id="12" creationId="{B1A1E1F9-A7F9-F018-11A9-660CDBB7268E}"/>
          </ac:spMkLst>
        </pc:spChg>
        <pc:spChg chg="del">
          <ac:chgData name="panwanke" userId="2eea59ba-b83b-4a63-b222-cef7f900ec6d" providerId="ADAL" clId="{9529A2F3-7C2E-4D7C-BE68-F9282F62F7CA}" dt="2022-06-25T11:48:00.169" v="1281" actId="478"/>
          <ac:spMkLst>
            <pc:docMk/>
            <pc:sldMk cId="2131543737" sldId="344"/>
            <ac:spMk id="14" creationId="{042D50D8-F5A7-A830-52CF-E68E4A8650A4}"/>
          </ac:spMkLst>
        </pc:spChg>
        <pc:spChg chg="add">
          <ac:chgData name="panwanke" userId="2eea59ba-b83b-4a63-b222-cef7f900ec6d" providerId="ADAL" clId="{9529A2F3-7C2E-4D7C-BE68-F9282F62F7CA}" dt="2022-06-26T15:02:42.423" v="3844" actId="22"/>
          <ac:spMkLst>
            <pc:docMk/>
            <pc:sldMk cId="2131543737" sldId="344"/>
            <ac:spMk id="14" creationId="{6976639B-975C-4C1C-F6F3-194D1A361D72}"/>
          </ac:spMkLst>
        </pc:spChg>
        <pc:picChg chg="del">
          <ac:chgData name="panwanke" userId="2eea59ba-b83b-4a63-b222-cef7f900ec6d" providerId="ADAL" clId="{9529A2F3-7C2E-4D7C-BE68-F9282F62F7CA}" dt="2022-06-25T08:37:18.239" v="424" actId="478"/>
          <ac:picMkLst>
            <pc:docMk/>
            <pc:sldMk cId="2131543737" sldId="344"/>
            <ac:picMk id="8" creationId="{A352EBF0-1AA0-CFD9-8C27-F234F3F17B20}"/>
          </ac:picMkLst>
        </pc:picChg>
      </pc:sldChg>
      <pc:sldChg chg="add del">
        <pc:chgData name="panwanke" userId="2eea59ba-b83b-4a63-b222-cef7f900ec6d" providerId="ADAL" clId="{9529A2F3-7C2E-4D7C-BE68-F9282F62F7CA}" dt="2022-06-25T08:33:28.187" v="406"/>
        <pc:sldMkLst>
          <pc:docMk/>
          <pc:sldMk cId="3240326031" sldId="344"/>
        </pc:sldMkLst>
      </pc:sldChg>
      <pc:sldChg chg="addSp delSp modSp add mod modTransition">
        <pc:chgData name="panwanke" userId="2eea59ba-b83b-4a63-b222-cef7f900ec6d" providerId="ADAL" clId="{9529A2F3-7C2E-4D7C-BE68-F9282F62F7CA}" dt="2022-06-26T15:02:41.499" v="3843" actId="22"/>
        <pc:sldMkLst>
          <pc:docMk/>
          <pc:sldMk cId="2547370195" sldId="345"/>
        </pc:sldMkLst>
        <pc:spChg chg="del">
          <ac:chgData name="panwanke" userId="2eea59ba-b83b-4a63-b222-cef7f900ec6d" providerId="ADAL" clId="{9529A2F3-7C2E-4D7C-BE68-F9282F62F7CA}" dt="2022-06-25T11:47:55.993" v="1280" actId="478"/>
          <ac:spMkLst>
            <pc:docMk/>
            <pc:sldMk cId="2547370195" sldId="345"/>
            <ac:spMk id="2" creationId="{F2EDBBE9-2194-43FF-93CC-48B687E1F43C}"/>
          </ac:spMkLst>
        </pc:spChg>
        <pc:spChg chg="add">
          <ac:chgData name="panwanke" userId="2eea59ba-b83b-4a63-b222-cef7f900ec6d" providerId="ADAL" clId="{9529A2F3-7C2E-4D7C-BE68-F9282F62F7CA}" dt="2022-06-26T15:02:41.499" v="3843" actId="22"/>
          <ac:spMkLst>
            <pc:docMk/>
            <pc:sldMk cId="2547370195" sldId="345"/>
            <ac:spMk id="4" creationId="{32336623-56A8-FC43-3D95-21A259CE810B}"/>
          </ac:spMkLst>
        </pc:spChg>
        <pc:spChg chg="del">
          <ac:chgData name="panwanke" userId="2eea59ba-b83b-4a63-b222-cef7f900ec6d" providerId="ADAL" clId="{9529A2F3-7C2E-4D7C-BE68-F9282F62F7CA}" dt="2022-06-25T11:47:55.993" v="1280" actId="478"/>
          <ac:spMkLst>
            <pc:docMk/>
            <pc:sldMk cId="2547370195" sldId="345"/>
            <ac:spMk id="4" creationId="{E4FDB5A4-C30D-4425-BB5F-3BBF7F547CB0}"/>
          </ac:spMkLst>
        </pc:spChg>
        <pc:spChg chg="add mod">
          <ac:chgData name="panwanke" userId="2eea59ba-b83b-4a63-b222-cef7f900ec6d" providerId="ADAL" clId="{9529A2F3-7C2E-4D7C-BE68-F9282F62F7CA}" dt="2022-06-25T08:37:43.890" v="441" actId="20577"/>
          <ac:spMkLst>
            <pc:docMk/>
            <pc:sldMk cId="2547370195" sldId="345"/>
            <ac:spMk id="8" creationId="{3F6C4FF6-F2F3-9D3E-7C7A-B3FACCAD0FE7}"/>
          </ac:spMkLst>
        </pc:spChg>
        <pc:spChg chg="add">
          <ac:chgData name="panwanke" userId="2eea59ba-b83b-4a63-b222-cef7f900ec6d" providerId="ADAL" clId="{9529A2F3-7C2E-4D7C-BE68-F9282F62F7CA}" dt="2022-06-26T15:02:41.499" v="3843" actId="22"/>
          <ac:spMkLst>
            <pc:docMk/>
            <pc:sldMk cId="2547370195" sldId="345"/>
            <ac:spMk id="11" creationId="{E2BC2B54-116F-51F8-F542-98D24E774D31}"/>
          </ac:spMkLst>
        </pc:spChg>
        <pc:spChg chg="del">
          <ac:chgData name="panwanke" userId="2eea59ba-b83b-4a63-b222-cef7f900ec6d" providerId="ADAL" clId="{9529A2F3-7C2E-4D7C-BE68-F9282F62F7CA}" dt="2022-06-25T11:47:55.993" v="1280" actId="478"/>
          <ac:spMkLst>
            <pc:docMk/>
            <pc:sldMk cId="2547370195" sldId="345"/>
            <ac:spMk id="12" creationId="{81AE3E5D-B057-F679-B0A6-C1C1F44A0E0A}"/>
          </ac:spMkLst>
        </pc:spChg>
        <pc:spChg chg="add">
          <ac:chgData name="panwanke" userId="2eea59ba-b83b-4a63-b222-cef7f900ec6d" providerId="ADAL" clId="{9529A2F3-7C2E-4D7C-BE68-F9282F62F7CA}" dt="2022-06-26T15:02:41.499" v="3843" actId="22"/>
          <ac:spMkLst>
            <pc:docMk/>
            <pc:sldMk cId="2547370195" sldId="345"/>
            <ac:spMk id="13" creationId="{9AA03ED8-9740-6CD5-10E9-9B1384141AD7}"/>
          </ac:spMkLst>
        </pc:spChg>
        <pc:spChg chg="del">
          <ac:chgData name="panwanke" userId="2eea59ba-b83b-4a63-b222-cef7f900ec6d" providerId="ADAL" clId="{9529A2F3-7C2E-4D7C-BE68-F9282F62F7CA}" dt="2022-06-25T11:47:55.993" v="1280" actId="478"/>
          <ac:spMkLst>
            <pc:docMk/>
            <pc:sldMk cId="2547370195" sldId="345"/>
            <ac:spMk id="14" creationId="{042D50D8-F5A7-A830-52CF-E68E4A8650A4}"/>
          </ac:spMkLst>
        </pc:spChg>
        <pc:spChg chg="add">
          <ac:chgData name="panwanke" userId="2eea59ba-b83b-4a63-b222-cef7f900ec6d" providerId="ADAL" clId="{9529A2F3-7C2E-4D7C-BE68-F9282F62F7CA}" dt="2022-06-26T15:02:41.499" v="3843" actId="22"/>
          <ac:spMkLst>
            <pc:docMk/>
            <pc:sldMk cId="2547370195" sldId="345"/>
            <ac:spMk id="15" creationId="{0C055D7C-FB68-925C-60A4-BB2405D357CF}"/>
          </ac:spMkLst>
        </pc:spChg>
      </pc:sldChg>
      <pc:sldChg chg="addSp delSp modSp add mod modTransition modNotesTx">
        <pc:chgData name="panwanke" userId="2eea59ba-b83b-4a63-b222-cef7f900ec6d" providerId="ADAL" clId="{9529A2F3-7C2E-4D7C-BE68-F9282F62F7CA}" dt="2022-06-27T14:23:46.282" v="8673" actId="20577"/>
        <pc:sldMkLst>
          <pc:docMk/>
          <pc:sldMk cId="752779211" sldId="346"/>
        </pc:sldMkLst>
        <pc:spChg chg="del">
          <ac:chgData name="panwanke" userId="2eea59ba-b83b-4a63-b222-cef7f900ec6d" providerId="ADAL" clId="{9529A2F3-7C2E-4D7C-BE68-F9282F62F7CA}" dt="2022-06-25T11:47:51.713" v="1279" actId="478"/>
          <ac:spMkLst>
            <pc:docMk/>
            <pc:sldMk cId="752779211" sldId="346"/>
            <ac:spMk id="2" creationId="{F2EDBBE9-2194-43FF-93CC-48B687E1F43C}"/>
          </ac:spMkLst>
        </pc:spChg>
        <pc:spChg chg="mod">
          <ac:chgData name="panwanke" userId="2eea59ba-b83b-4a63-b222-cef7f900ec6d" providerId="ADAL" clId="{9529A2F3-7C2E-4D7C-BE68-F9282F62F7CA}" dt="2022-06-25T08:44:56.494" v="519" actId="1076"/>
          <ac:spMkLst>
            <pc:docMk/>
            <pc:sldMk cId="752779211" sldId="346"/>
            <ac:spMk id="3" creationId="{AD785F6B-6377-CA54-A56F-58DBF478146A}"/>
          </ac:spMkLst>
        </pc:spChg>
        <pc:spChg chg="del">
          <ac:chgData name="panwanke" userId="2eea59ba-b83b-4a63-b222-cef7f900ec6d" providerId="ADAL" clId="{9529A2F3-7C2E-4D7C-BE68-F9282F62F7CA}" dt="2022-06-25T11:47:51.713" v="1279" actId="478"/>
          <ac:spMkLst>
            <pc:docMk/>
            <pc:sldMk cId="752779211" sldId="346"/>
            <ac:spMk id="4" creationId="{E4FDB5A4-C30D-4425-BB5F-3BBF7F547CB0}"/>
          </ac:spMkLst>
        </pc:spChg>
        <pc:spChg chg="add">
          <ac:chgData name="panwanke" userId="2eea59ba-b83b-4a63-b222-cef7f900ec6d" providerId="ADAL" clId="{9529A2F3-7C2E-4D7C-BE68-F9282F62F7CA}" dt="2022-06-26T15:02:39.870" v="3842" actId="22"/>
          <ac:spMkLst>
            <pc:docMk/>
            <pc:sldMk cId="752779211" sldId="346"/>
            <ac:spMk id="4" creationId="{F1C8D122-CD7E-EF59-08D6-0F7C233EFA79}"/>
          </ac:spMkLst>
        </pc:spChg>
        <pc:spChg chg="add mod">
          <ac:chgData name="panwanke" userId="2eea59ba-b83b-4a63-b222-cef7f900ec6d" providerId="ADAL" clId="{9529A2F3-7C2E-4D7C-BE68-F9282F62F7CA}" dt="2022-06-25T08:44:38.327" v="518" actId="14100"/>
          <ac:spMkLst>
            <pc:docMk/>
            <pc:sldMk cId="752779211" sldId="346"/>
            <ac:spMk id="5" creationId="{300632D6-D0A1-1A69-63AA-31D9099BC61D}"/>
          </ac:spMkLst>
        </pc:spChg>
        <pc:spChg chg="mod">
          <ac:chgData name="panwanke" userId="2eea59ba-b83b-4a63-b222-cef7f900ec6d" providerId="ADAL" clId="{9529A2F3-7C2E-4D7C-BE68-F9282F62F7CA}" dt="2022-06-25T08:42:03.989" v="477" actId="1076"/>
          <ac:spMkLst>
            <pc:docMk/>
            <pc:sldMk cId="752779211" sldId="346"/>
            <ac:spMk id="7" creationId="{64FE63FD-8269-2C5A-3C1F-AB63121974BE}"/>
          </ac:spMkLst>
        </pc:spChg>
        <pc:spChg chg="mod">
          <ac:chgData name="panwanke" userId="2eea59ba-b83b-4a63-b222-cef7f900ec6d" providerId="ADAL" clId="{9529A2F3-7C2E-4D7C-BE68-F9282F62F7CA}" dt="2022-06-25T08:42:06.839" v="478" actId="1076"/>
          <ac:spMkLst>
            <pc:docMk/>
            <pc:sldMk cId="752779211" sldId="346"/>
            <ac:spMk id="8" creationId="{3F6C4FF6-F2F3-9D3E-7C7A-B3FACCAD0FE7}"/>
          </ac:spMkLst>
        </pc:spChg>
        <pc:spChg chg="add">
          <ac:chgData name="panwanke" userId="2eea59ba-b83b-4a63-b222-cef7f900ec6d" providerId="ADAL" clId="{9529A2F3-7C2E-4D7C-BE68-F9282F62F7CA}" dt="2022-06-26T15:02:39.870" v="3842" actId="22"/>
          <ac:spMkLst>
            <pc:docMk/>
            <pc:sldMk cId="752779211" sldId="346"/>
            <ac:spMk id="9" creationId="{2401715A-B163-93FA-D381-D54235C517FE}"/>
          </ac:spMkLst>
        </pc:spChg>
        <pc:spChg chg="del">
          <ac:chgData name="panwanke" userId="2eea59ba-b83b-4a63-b222-cef7f900ec6d" providerId="ADAL" clId="{9529A2F3-7C2E-4D7C-BE68-F9282F62F7CA}" dt="2022-06-25T08:39:13.385" v="446" actId="478"/>
          <ac:spMkLst>
            <pc:docMk/>
            <pc:sldMk cId="752779211" sldId="346"/>
            <ac:spMk id="9" creationId="{36C99C1B-83B8-2FFD-AF40-58D44DCE7E6F}"/>
          </ac:spMkLst>
        </pc:spChg>
        <pc:spChg chg="mod">
          <ac:chgData name="panwanke" userId="2eea59ba-b83b-4a63-b222-cef7f900ec6d" providerId="ADAL" clId="{9529A2F3-7C2E-4D7C-BE68-F9282F62F7CA}" dt="2022-06-25T08:42:10.166" v="479" actId="1076"/>
          <ac:spMkLst>
            <pc:docMk/>
            <pc:sldMk cId="752779211" sldId="346"/>
            <ac:spMk id="10" creationId="{E3295F34-398B-D57F-CA97-6B511819CE48}"/>
          </ac:spMkLst>
        </pc:spChg>
        <pc:spChg chg="del">
          <ac:chgData name="panwanke" userId="2eea59ba-b83b-4a63-b222-cef7f900ec6d" providerId="ADAL" clId="{9529A2F3-7C2E-4D7C-BE68-F9282F62F7CA}" dt="2022-06-25T11:47:51.713" v="1279" actId="478"/>
          <ac:spMkLst>
            <pc:docMk/>
            <pc:sldMk cId="752779211" sldId="346"/>
            <ac:spMk id="12" creationId="{81AE3E5D-B057-F679-B0A6-C1C1F44A0E0A}"/>
          </ac:spMkLst>
        </pc:spChg>
        <pc:spChg chg="add">
          <ac:chgData name="panwanke" userId="2eea59ba-b83b-4a63-b222-cef7f900ec6d" providerId="ADAL" clId="{9529A2F3-7C2E-4D7C-BE68-F9282F62F7CA}" dt="2022-06-26T15:02:39.870" v="3842" actId="22"/>
          <ac:spMkLst>
            <pc:docMk/>
            <pc:sldMk cId="752779211" sldId="346"/>
            <ac:spMk id="12" creationId="{F67A996D-CDD3-5788-FA2D-CBB870E480CA}"/>
          </ac:spMkLst>
        </pc:spChg>
        <pc:spChg chg="del">
          <ac:chgData name="panwanke" userId="2eea59ba-b83b-4a63-b222-cef7f900ec6d" providerId="ADAL" clId="{9529A2F3-7C2E-4D7C-BE68-F9282F62F7CA}" dt="2022-06-25T11:47:51.713" v="1279" actId="478"/>
          <ac:spMkLst>
            <pc:docMk/>
            <pc:sldMk cId="752779211" sldId="346"/>
            <ac:spMk id="14" creationId="{042D50D8-F5A7-A830-52CF-E68E4A8650A4}"/>
          </ac:spMkLst>
        </pc:spChg>
        <pc:spChg chg="add">
          <ac:chgData name="panwanke" userId="2eea59ba-b83b-4a63-b222-cef7f900ec6d" providerId="ADAL" clId="{9529A2F3-7C2E-4D7C-BE68-F9282F62F7CA}" dt="2022-06-26T15:02:39.870" v="3842" actId="22"/>
          <ac:spMkLst>
            <pc:docMk/>
            <pc:sldMk cId="752779211" sldId="346"/>
            <ac:spMk id="15" creationId="{641F282B-FAC7-E475-D9CD-6381D96C6ADE}"/>
          </ac:spMkLst>
        </pc:spChg>
        <pc:spChg chg="add mod">
          <ac:chgData name="panwanke" userId="2eea59ba-b83b-4a63-b222-cef7f900ec6d" providerId="ADAL" clId="{9529A2F3-7C2E-4D7C-BE68-F9282F62F7CA}" dt="2022-06-25T08:43:44.764" v="506" actId="1076"/>
          <ac:spMkLst>
            <pc:docMk/>
            <pc:sldMk cId="752779211" sldId="346"/>
            <ac:spMk id="21" creationId="{AA00BAD7-C23E-4FB9-D4D2-266C7C1EF923}"/>
          </ac:spMkLst>
        </pc:spChg>
        <pc:picChg chg="del">
          <ac:chgData name="panwanke" userId="2eea59ba-b83b-4a63-b222-cef7f900ec6d" providerId="ADAL" clId="{9529A2F3-7C2E-4D7C-BE68-F9282F62F7CA}" dt="2022-06-25T08:39:12.013" v="445" actId="478"/>
          <ac:picMkLst>
            <pc:docMk/>
            <pc:sldMk cId="752779211" sldId="346"/>
            <ac:picMk id="6" creationId="{3F9274C7-7093-8537-38C6-9DE0C20DA6CA}"/>
          </ac:picMkLst>
        </pc:picChg>
        <pc:cxnChg chg="add mod">
          <ac:chgData name="panwanke" userId="2eea59ba-b83b-4a63-b222-cef7f900ec6d" providerId="ADAL" clId="{9529A2F3-7C2E-4D7C-BE68-F9282F62F7CA}" dt="2022-06-25T08:44:56.494" v="519" actId="1076"/>
          <ac:cxnSpMkLst>
            <pc:docMk/>
            <pc:sldMk cId="752779211" sldId="346"/>
            <ac:cxnSpMk id="13" creationId="{C268AD93-3564-8274-8F95-3653A2A64C0C}"/>
          </ac:cxnSpMkLst>
        </pc:cxnChg>
        <pc:cxnChg chg="add mod">
          <ac:chgData name="panwanke" userId="2eea59ba-b83b-4a63-b222-cef7f900ec6d" providerId="ADAL" clId="{9529A2F3-7C2E-4D7C-BE68-F9282F62F7CA}" dt="2022-06-25T08:43:51.707" v="509" actId="14100"/>
          <ac:cxnSpMkLst>
            <pc:docMk/>
            <pc:sldMk cId="752779211" sldId="346"/>
            <ac:cxnSpMk id="17" creationId="{0FC9FF84-96E6-C3D8-0191-C649DCB8B5B5}"/>
          </ac:cxnSpMkLst>
        </pc:cxnChg>
        <pc:cxnChg chg="add mod">
          <ac:chgData name="panwanke" userId="2eea59ba-b83b-4a63-b222-cef7f900ec6d" providerId="ADAL" clId="{9529A2F3-7C2E-4D7C-BE68-F9282F62F7CA}" dt="2022-06-25T08:43:56.596" v="512" actId="14100"/>
          <ac:cxnSpMkLst>
            <pc:docMk/>
            <pc:sldMk cId="752779211" sldId="346"/>
            <ac:cxnSpMk id="26" creationId="{4290C737-5ECE-BDFC-3EEC-5981E246DDEB}"/>
          </ac:cxnSpMkLst>
        </pc:cxnChg>
        <pc:cxnChg chg="add mod">
          <ac:chgData name="panwanke" userId="2eea59ba-b83b-4a63-b222-cef7f900ec6d" providerId="ADAL" clId="{9529A2F3-7C2E-4D7C-BE68-F9282F62F7CA}" dt="2022-06-25T08:44:00.357" v="515" actId="14100"/>
          <ac:cxnSpMkLst>
            <pc:docMk/>
            <pc:sldMk cId="752779211" sldId="346"/>
            <ac:cxnSpMk id="30" creationId="{56DA131E-A625-FBAA-7673-86FED567211E}"/>
          </ac:cxnSpMkLst>
        </pc:cxnChg>
      </pc:sldChg>
      <pc:sldChg chg="addSp delSp modSp add mod delAnim modAnim modNotesTx">
        <pc:chgData name="panwanke" userId="2eea59ba-b83b-4a63-b222-cef7f900ec6d" providerId="ADAL" clId="{9529A2F3-7C2E-4D7C-BE68-F9282F62F7CA}" dt="2022-06-27T15:09:17.357" v="10207" actId="20577"/>
        <pc:sldMkLst>
          <pc:docMk/>
          <pc:sldMk cId="3300753682" sldId="347"/>
        </pc:sldMkLst>
        <pc:spChg chg="del">
          <ac:chgData name="panwanke" userId="2eea59ba-b83b-4a63-b222-cef7f900ec6d" providerId="ADAL" clId="{9529A2F3-7C2E-4D7C-BE68-F9282F62F7CA}" dt="2022-06-25T11:47:46.973" v="1278" actId="478"/>
          <ac:spMkLst>
            <pc:docMk/>
            <pc:sldMk cId="3300753682" sldId="347"/>
            <ac:spMk id="2" creationId="{F2EDBBE9-2194-43FF-93CC-48B687E1F43C}"/>
          </ac:spMkLst>
        </pc:spChg>
        <pc:spChg chg="add">
          <ac:chgData name="panwanke" userId="2eea59ba-b83b-4a63-b222-cef7f900ec6d" providerId="ADAL" clId="{9529A2F3-7C2E-4D7C-BE68-F9282F62F7CA}" dt="2022-06-26T15:02:39.187" v="3841" actId="22"/>
          <ac:spMkLst>
            <pc:docMk/>
            <pc:sldMk cId="3300753682" sldId="347"/>
            <ac:spMk id="3" creationId="{39255018-92C3-FBD3-ACBC-76CA6003A823}"/>
          </ac:spMkLst>
        </pc:spChg>
        <pc:spChg chg="add del mod">
          <ac:chgData name="panwanke" userId="2eea59ba-b83b-4a63-b222-cef7f900ec6d" providerId="ADAL" clId="{9529A2F3-7C2E-4D7C-BE68-F9282F62F7CA}" dt="2022-06-25T08:48:20.674" v="564" actId="478"/>
          <ac:spMkLst>
            <pc:docMk/>
            <pc:sldMk cId="3300753682" sldId="347"/>
            <ac:spMk id="3" creationId="{AD785F6B-6377-CA54-A56F-58DBF478146A}"/>
          </ac:spMkLst>
        </pc:spChg>
        <pc:spChg chg="del">
          <ac:chgData name="panwanke" userId="2eea59ba-b83b-4a63-b222-cef7f900ec6d" providerId="ADAL" clId="{9529A2F3-7C2E-4D7C-BE68-F9282F62F7CA}" dt="2022-06-25T11:47:46.973" v="1278" actId="478"/>
          <ac:spMkLst>
            <pc:docMk/>
            <pc:sldMk cId="3300753682" sldId="347"/>
            <ac:spMk id="4" creationId="{E4FDB5A4-C30D-4425-BB5F-3BBF7F547CB0}"/>
          </ac:spMkLst>
        </pc:spChg>
        <pc:spChg chg="mod topLvl">
          <ac:chgData name="panwanke" userId="2eea59ba-b83b-4a63-b222-cef7f900ec6d" providerId="ADAL" clId="{9529A2F3-7C2E-4D7C-BE68-F9282F62F7CA}" dt="2022-06-25T08:51:09.259" v="641" actId="1038"/>
          <ac:spMkLst>
            <pc:docMk/>
            <pc:sldMk cId="3300753682" sldId="347"/>
            <ac:spMk id="5" creationId="{300632D6-D0A1-1A69-63AA-31D9099BC61D}"/>
          </ac:spMkLst>
        </pc:spChg>
        <pc:spChg chg="add">
          <ac:chgData name="panwanke" userId="2eea59ba-b83b-4a63-b222-cef7f900ec6d" providerId="ADAL" clId="{9529A2F3-7C2E-4D7C-BE68-F9282F62F7CA}" dt="2022-06-26T15:02:39.187" v="3841" actId="22"/>
          <ac:spMkLst>
            <pc:docMk/>
            <pc:sldMk cId="3300753682" sldId="347"/>
            <ac:spMk id="6" creationId="{F66A083D-8E4E-F684-F289-81970A7839BA}"/>
          </ac:spMkLst>
        </pc:spChg>
        <pc:spChg chg="add del mod topLvl">
          <ac:chgData name="panwanke" userId="2eea59ba-b83b-4a63-b222-cef7f900ec6d" providerId="ADAL" clId="{9529A2F3-7C2E-4D7C-BE68-F9282F62F7CA}" dt="2022-06-25T08:51:09.259" v="641" actId="1038"/>
          <ac:spMkLst>
            <pc:docMk/>
            <pc:sldMk cId="3300753682" sldId="347"/>
            <ac:spMk id="7" creationId="{64FE63FD-8269-2C5A-3C1F-AB63121974BE}"/>
          </ac:spMkLst>
        </pc:spChg>
        <pc:spChg chg="add del mod topLvl">
          <ac:chgData name="panwanke" userId="2eea59ba-b83b-4a63-b222-cef7f900ec6d" providerId="ADAL" clId="{9529A2F3-7C2E-4D7C-BE68-F9282F62F7CA}" dt="2022-06-25T08:51:09.259" v="641" actId="1038"/>
          <ac:spMkLst>
            <pc:docMk/>
            <pc:sldMk cId="3300753682" sldId="347"/>
            <ac:spMk id="8" creationId="{3F6C4FF6-F2F3-9D3E-7C7A-B3FACCAD0FE7}"/>
          </ac:spMkLst>
        </pc:spChg>
        <pc:spChg chg="add del mod">
          <ac:chgData name="panwanke" userId="2eea59ba-b83b-4a63-b222-cef7f900ec6d" providerId="ADAL" clId="{9529A2F3-7C2E-4D7C-BE68-F9282F62F7CA}" dt="2022-06-25T08:46:22.283" v="538" actId="22"/>
          <ac:spMkLst>
            <pc:docMk/>
            <pc:sldMk cId="3300753682" sldId="347"/>
            <ac:spMk id="9" creationId="{3C83D887-4C11-C319-4980-6DDEEE148992}"/>
          </ac:spMkLst>
        </pc:spChg>
        <pc:spChg chg="add del mod topLvl">
          <ac:chgData name="panwanke" userId="2eea59ba-b83b-4a63-b222-cef7f900ec6d" providerId="ADAL" clId="{9529A2F3-7C2E-4D7C-BE68-F9282F62F7CA}" dt="2022-06-25T08:51:09.259" v="641" actId="1038"/>
          <ac:spMkLst>
            <pc:docMk/>
            <pc:sldMk cId="3300753682" sldId="347"/>
            <ac:spMk id="10" creationId="{E3295F34-398B-D57F-CA97-6B511819CE48}"/>
          </ac:spMkLst>
        </pc:spChg>
        <pc:spChg chg="add">
          <ac:chgData name="panwanke" userId="2eea59ba-b83b-4a63-b222-cef7f900ec6d" providerId="ADAL" clId="{9529A2F3-7C2E-4D7C-BE68-F9282F62F7CA}" dt="2022-06-26T15:02:39.187" v="3841" actId="22"/>
          <ac:spMkLst>
            <pc:docMk/>
            <pc:sldMk cId="3300753682" sldId="347"/>
            <ac:spMk id="11" creationId="{D8BE3DB4-D639-CD6D-A1D8-D640A64AAAC4}"/>
          </ac:spMkLst>
        </pc:spChg>
        <pc:spChg chg="del">
          <ac:chgData name="panwanke" userId="2eea59ba-b83b-4a63-b222-cef7f900ec6d" providerId="ADAL" clId="{9529A2F3-7C2E-4D7C-BE68-F9282F62F7CA}" dt="2022-06-25T11:47:46.973" v="1278" actId="478"/>
          <ac:spMkLst>
            <pc:docMk/>
            <pc:sldMk cId="3300753682" sldId="347"/>
            <ac:spMk id="12" creationId="{81AE3E5D-B057-F679-B0A6-C1C1F44A0E0A}"/>
          </ac:spMkLst>
        </pc:spChg>
        <pc:spChg chg="add">
          <ac:chgData name="panwanke" userId="2eea59ba-b83b-4a63-b222-cef7f900ec6d" providerId="ADAL" clId="{9529A2F3-7C2E-4D7C-BE68-F9282F62F7CA}" dt="2022-06-26T15:02:39.187" v="3841" actId="22"/>
          <ac:spMkLst>
            <pc:docMk/>
            <pc:sldMk cId="3300753682" sldId="347"/>
            <ac:spMk id="13" creationId="{0C8FF31A-091D-53CA-3E25-79A451F4F417}"/>
          </ac:spMkLst>
        </pc:spChg>
        <pc:spChg chg="del">
          <ac:chgData name="panwanke" userId="2eea59ba-b83b-4a63-b222-cef7f900ec6d" providerId="ADAL" clId="{9529A2F3-7C2E-4D7C-BE68-F9282F62F7CA}" dt="2022-06-25T11:47:46.973" v="1278" actId="478"/>
          <ac:spMkLst>
            <pc:docMk/>
            <pc:sldMk cId="3300753682" sldId="347"/>
            <ac:spMk id="14" creationId="{042D50D8-F5A7-A830-52CF-E68E4A8650A4}"/>
          </ac:spMkLst>
        </pc:spChg>
        <pc:spChg chg="add del mod">
          <ac:chgData name="panwanke" userId="2eea59ba-b83b-4a63-b222-cef7f900ec6d" providerId="ADAL" clId="{9529A2F3-7C2E-4D7C-BE68-F9282F62F7CA}" dt="2022-06-25T08:46:22.283" v="538" actId="22"/>
          <ac:spMkLst>
            <pc:docMk/>
            <pc:sldMk cId="3300753682" sldId="347"/>
            <ac:spMk id="15" creationId="{17D1445C-D4AB-7878-9DAB-76D0C8D305BB}"/>
          </ac:spMkLst>
        </pc:spChg>
        <pc:spChg chg="add del mod">
          <ac:chgData name="panwanke" userId="2eea59ba-b83b-4a63-b222-cef7f900ec6d" providerId="ADAL" clId="{9529A2F3-7C2E-4D7C-BE68-F9282F62F7CA}" dt="2022-06-25T08:46:22.283" v="538" actId="22"/>
          <ac:spMkLst>
            <pc:docMk/>
            <pc:sldMk cId="3300753682" sldId="347"/>
            <ac:spMk id="19" creationId="{F93C0928-504E-DB27-83D7-2821579AEE1F}"/>
          </ac:spMkLst>
        </pc:spChg>
        <pc:spChg chg="add del mod topLvl">
          <ac:chgData name="panwanke" userId="2eea59ba-b83b-4a63-b222-cef7f900ec6d" providerId="ADAL" clId="{9529A2F3-7C2E-4D7C-BE68-F9282F62F7CA}" dt="2022-06-25T08:51:09.259" v="641" actId="1038"/>
          <ac:spMkLst>
            <pc:docMk/>
            <pc:sldMk cId="3300753682" sldId="347"/>
            <ac:spMk id="21" creationId="{AA00BAD7-C23E-4FB9-D4D2-266C7C1EF923}"/>
          </ac:spMkLst>
        </pc:spChg>
        <pc:spChg chg="add del mod">
          <ac:chgData name="panwanke" userId="2eea59ba-b83b-4a63-b222-cef7f900ec6d" providerId="ADAL" clId="{9529A2F3-7C2E-4D7C-BE68-F9282F62F7CA}" dt="2022-06-25T08:46:22.283" v="538" actId="22"/>
          <ac:spMkLst>
            <pc:docMk/>
            <pc:sldMk cId="3300753682" sldId="347"/>
            <ac:spMk id="22" creationId="{8FB42A74-0545-F887-5F03-C090322FCF7E}"/>
          </ac:spMkLst>
        </pc:spChg>
        <pc:spChg chg="add del mod">
          <ac:chgData name="panwanke" userId="2eea59ba-b83b-4a63-b222-cef7f900ec6d" providerId="ADAL" clId="{9529A2F3-7C2E-4D7C-BE68-F9282F62F7CA}" dt="2022-06-25T08:49:47.420" v="584" actId="478"/>
          <ac:spMkLst>
            <pc:docMk/>
            <pc:sldMk cId="3300753682" sldId="347"/>
            <ac:spMk id="46" creationId="{1E708C08-38F4-DBF9-A0D3-EFA9FE108B66}"/>
          </ac:spMkLst>
        </pc:spChg>
        <pc:spChg chg="add del mod">
          <ac:chgData name="panwanke" userId="2eea59ba-b83b-4a63-b222-cef7f900ec6d" providerId="ADAL" clId="{9529A2F3-7C2E-4D7C-BE68-F9282F62F7CA}" dt="2022-06-25T08:49:47.420" v="584" actId="478"/>
          <ac:spMkLst>
            <pc:docMk/>
            <pc:sldMk cId="3300753682" sldId="347"/>
            <ac:spMk id="47" creationId="{6F2CE923-AD23-4597-BBD9-E83EE7CFD1EF}"/>
          </ac:spMkLst>
        </pc:spChg>
        <pc:spChg chg="add del mod">
          <ac:chgData name="panwanke" userId="2eea59ba-b83b-4a63-b222-cef7f900ec6d" providerId="ADAL" clId="{9529A2F3-7C2E-4D7C-BE68-F9282F62F7CA}" dt="2022-06-25T08:49:47.420" v="584" actId="478"/>
          <ac:spMkLst>
            <pc:docMk/>
            <pc:sldMk cId="3300753682" sldId="347"/>
            <ac:spMk id="48" creationId="{F879C4A4-41E5-8499-2AA2-4381784DA1B1}"/>
          </ac:spMkLst>
        </pc:spChg>
        <pc:spChg chg="add del mod">
          <ac:chgData name="panwanke" userId="2eea59ba-b83b-4a63-b222-cef7f900ec6d" providerId="ADAL" clId="{9529A2F3-7C2E-4D7C-BE68-F9282F62F7CA}" dt="2022-06-25T08:49:47.420" v="584" actId="478"/>
          <ac:spMkLst>
            <pc:docMk/>
            <pc:sldMk cId="3300753682" sldId="347"/>
            <ac:spMk id="49" creationId="{166C29FA-1989-AE3D-214E-75373C749650}"/>
          </ac:spMkLst>
        </pc:spChg>
        <pc:spChg chg="add del mod">
          <ac:chgData name="panwanke" userId="2eea59ba-b83b-4a63-b222-cef7f900ec6d" providerId="ADAL" clId="{9529A2F3-7C2E-4D7C-BE68-F9282F62F7CA}" dt="2022-06-25T08:49:47.420" v="584" actId="478"/>
          <ac:spMkLst>
            <pc:docMk/>
            <pc:sldMk cId="3300753682" sldId="347"/>
            <ac:spMk id="50" creationId="{93D3E5B4-AF62-B218-5BF1-06C2CB9A4FA9}"/>
          </ac:spMkLst>
        </pc:spChg>
        <pc:spChg chg="add del mod">
          <ac:chgData name="panwanke" userId="2eea59ba-b83b-4a63-b222-cef7f900ec6d" providerId="ADAL" clId="{9529A2F3-7C2E-4D7C-BE68-F9282F62F7CA}" dt="2022-06-25T08:49:47.420" v="584" actId="478"/>
          <ac:spMkLst>
            <pc:docMk/>
            <pc:sldMk cId="3300753682" sldId="347"/>
            <ac:spMk id="51" creationId="{98FA626D-2991-9B59-139E-1DBDAAFF2C3D}"/>
          </ac:spMkLst>
        </pc:spChg>
        <pc:spChg chg="add del mod">
          <ac:chgData name="panwanke" userId="2eea59ba-b83b-4a63-b222-cef7f900ec6d" providerId="ADAL" clId="{9529A2F3-7C2E-4D7C-BE68-F9282F62F7CA}" dt="2022-06-25T08:49:47.420" v="584" actId="478"/>
          <ac:spMkLst>
            <pc:docMk/>
            <pc:sldMk cId="3300753682" sldId="347"/>
            <ac:spMk id="52" creationId="{A6069956-BB6B-E4C3-B6E4-18633B85D3D4}"/>
          </ac:spMkLst>
        </pc:spChg>
        <pc:spChg chg="add del mod">
          <ac:chgData name="panwanke" userId="2eea59ba-b83b-4a63-b222-cef7f900ec6d" providerId="ADAL" clId="{9529A2F3-7C2E-4D7C-BE68-F9282F62F7CA}" dt="2022-06-25T08:49:47.420" v="584" actId="478"/>
          <ac:spMkLst>
            <pc:docMk/>
            <pc:sldMk cId="3300753682" sldId="347"/>
            <ac:spMk id="53" creationId="{896C311F-42D3-F389-172E-6FB8C579C9F0}"/>
          </ac:spMkLst>
        </pc:spChg>
        <pc:spChg chg="add mod">
          <ac:chgData name="panwanke" userId="2eea59ba-b83b-4a63-b222-cef7f900ec6d" providerId="ADAL" clId="{9529A2F3-7C2E-4D7C-BE68-F9282F62F7CA}" dt="2022-06-27T07:35:27.664" v="5679" actId="404"/>
          <ac:spMkLst>
            <pc:docMk/>
            <pc:sldMk cId="3300753682" sldId="347"/>
            <ac:spMk id="55" creationId="{89BA4699-1150-E79B-AB84-EBF15E40AE39}"/>
          </ac:spMkLst>
        </pc:spChg>
        <pc:spChg chg="add mod">
          <ac:chgData name="panwanke" userId="2eea59ba-b83b-4a63-b222-cef7f900ec6d" providerId="ADAL" clId="{9529A2F3-7C2E-4D7C-BE68-F9282F62F7CA}" dt="2022-06-27T07:35:06.095" v="5653"/>
          <ac:spMkLst>
            <pc:docMk/>
            <pc:sldMk cId="3300753682" sldId="347"/>
            <ac:spMk id="57" creationId="{3DAFC4F5-AF52-D7AC-6FF5-3534F3BBD446}"/>
          </ac:spMkLst>
        </pc:spChg>
        <pc:spChg chg="add mod">
          <ac:chgData name="panwanke" userId="2eea59ba-b83b-4a63-b222-cef7f900ec6d" providerId="ADAL" clId="{9529A2F3-7C2E-4D7C-BE68-F9282F62F7CA}" dt="2022-06-25T10:27:55.804" v="721" actId="14100"/>
          <ac:spMkLst>
            <pc:docMk/>
            <pc:sldMk cId="3300753682" sldId="347"/>
            <ac:spMk id="59" creationId="{EAA6D134-614D-38DB-5B1A-627A84316125}"/>
          </ac:spMkLst>
        </pc:spChg>
        <pc:spChg chg="add mod">
          <ac:chgData name="panwanke" userId="2eea59ba-b83b-4a63-b222-cef7f900ec6d" providerId="ADAL" clId="{9529A2F3-7C2E-4D7C-BE68-F9282F62F7CA}" dt="2022-06-25T10:27:55.804" v="721" actId="14100"/>
          <ac:spMkLst>
            <pc:docMk/>
            <pc:sldMk cId="3300753682" sldId="347"/>
            <ac:spMk id="61" creationId="{9BD3CEFD-03F7-E06F-8437-2D3686CD0903}"/>
          </ac:spMkLst>
        </pc:spChg>
        <pc:spChg chg="add del mod">
          <ac:chgData name="panwanke" userId="2eea59ba-b83b-4a63-b222-cef7f900ec6d" providerId="ADAL" clId="{9529A2F3-7C2E-4D7C-BE68-F9282F62F7CA}" dt="2022-06-25T10:18:13.984" v="677" actId="478"/>
          <ac:spMkLst>
            <pc:docMk/>
            <pc:sldMk cId="3300753682" sldId="347"/>
            <ac:spMk id="63" creationId="{854DFAD1-CB17-2F5C-98B2-B9B746875C24}"/>
          </ac:spMkLst>
        </pc:spChg>
        <pc:spChg chg="add del mod">
          <ac:chgData name="panwanke" userId="2eea59ba-b83b-4a63-b222-cef7f900ec6d" providerId="ADAL" clId="{9529A2F3-7C2E-4D7C-BE68-F9282F62F7CA}" dt="2022-06-25T10:18:16.006" v="678" actId="478"/>
          <ac:spMkLst>
            <pc:docMk/>
            <pc:sldMk cId="3300753682" sldId="347"/>
            <ac:spMk id="65" creationId="{866E0F65-ED28-FCED-FB31-8332E7419086}"/>
          </ac:spMkLst>
        </pc:spChg>
        <pc:spChg chg="add mod">
          <ac:chgData name="panwanke" userId="2eea59ba-b83b-4a63-b222-cef7f900ec6d" providerId="ADAL" clId="{9529A2F3-7C2E-4D7C-BE68-F9282F62F7CA}" dt="2022-06-25T10:23:28.488" v="688" actId="1076"/>
          <ac:spMkLst>
            <pc:docMk/>
            <pc:sldMk cId="3300753682" sldId="347"/>
            <ac:spMk id="82" creationId="{5E8A672A-B22D-B660-ED5F-E249BD25ADBD}"/>
          </ac:spMkLst>
        </pc:spChg>
        <pc:grpChg chg="add del mod">
          <ac:chgData name="panwanke" userId="2eea59ba-b83b-4a63-b222-cef7f900ec6d" providerId="ADAL" clId="{9529A2F3-7C2E-4D7C-BE68-F9282F62F7CA}" dt="2022-06-25T08:48:30.942" v="566" actId="165"/>
          <ac:grpSpMkLst>
            <pc:docMk/>
            <pc:sldMk cId="3300753682" sldId="347"/>
            <ac:grpSpMk id="23" creationId="{5250BE47-B023-54D0-F172-FB7A8528CDCC}"/>
          </ac:grpSpMkLst>
        </pc:grpChg>
        <pc:picChg chg="add del">
          <ac:chgData name="panwanke" userId="2eea59ba-b83b-4a63-b222-cef7f900ec6d" providerId="ADAL" clId="{9529A2F3-7C2E-4D7C-BE68-F9282F62F7CA}" dt="2022-06-25T08:49:23.321" v="580" actId="478"/>
          <ac:picMkLst>
            <pc:docMk/>
            <pc:sldMk cId="3300753682" sldId="347"/>
            <ac:picMk id="45" creationId="{A409DBCB-9A1E-B872-0E53-ABF5A757FFB4}"/>
          </ac:picMkLst>
        </pc:picChg>
        <pc:cxnChg chg="add del mod">
          <ac:chgData name="panwanke" userId="2eea59ba-b83b-4a63-b222-cef7f900ec6d" providerId="ADAL" clId="{9529A2F3-7C2E-4D7C-BE68-F9282F62F7CA}" dt="2022-06-25T08:48:22.490" v="565" actId="478"/>
          <ac:cxnSpMkLst>
            <pc:docMk/>
            <pc:sldMk cId="3300753682" sldId="347"/>
            <ac:cxnSpMk id="13" creationId="{C268AD93-3564-8274-8F95-3653A2A64C0C}"/>
          </ac:cxnSpMkLst>
        </pc:cxnChg>
        <pc:cxnChg chg="mod topLvl">
          <ac:chgData name="panwanke" userId="2eea59ba-b83b-4a63-b222-cef7f900ec6d" providerId="ADAL" clId="{9529A2F3-7C2E-4D7C-BE68-F9282F62F7CA}" dt="2022-06-25T08:51:09.259" v="641" actId="1038"/>
          <ac:cxnSpMkLst>
            <pc:docMk/>
            <pc:sldMk cId="3300753682" sldId="347"/>
            <ac:cxnSpMk id="17" creationId="{0FC9FF84-96E6-C3D8-0191-C649DCB8B5B5}"/>
          </ac:cxnSpMkLst>
        </pc:cxnChg>
        <pc:cxnChg chg="mod topLvl">
          <ac:chgData name="panwanke" userId="2eea59ba-b83b-4a63-b222-cef7f900ec6d" providerId="ADAL" clId="{9529A2F3-7C2E-4D7C-BE68-F9282F62F7CA}" dt="2022-06-25T08:51:09.259" v="641" actId="1038"/>
          <ac:cxnSpMkLst>
            <pc:docMk/>
            <pc:sldMk cId="3300753682" sldId="347"/>
            <ac:cxnSpMk id="26" creationId="{4290C737-5ECE-BDFC-3EEC-5981E246DDEB}"/>
          </ac:cxnSpMkLst>
        </pc:cxnChg>
        <pc:cxnChg chg="mod topLvl">
          <ac:chgData name="panwanke" userId="2eea59ba-b83b-4a63-b222-cef7f900ec6d" providerId="ADAL" clId="{9529A2F3-7C2E-4D7C-BE68-F9282F62F7CA}" dt="2022-06-25T08:51:09.259" v="641" actId="1038"/>
          <ac:cxnSpMkLst>
            <pc:docMk/>
            <pc:sldMk cId="3300753682" sldId="347"/>
            <ac:cxnSpMk id="30" creationId="{56DA131E-A625-FBAA-7673-86FED567211E}"/>
          </ac:cxnSpMkLst>
        </pc:cxnChg>
        <pc:cxnChg chg="add del mod">
          <ac:chgData name="panwanke" userId="2eea59ba-b83b-4a63-b222-cef7f900ec6d" providerId="ADAL" clId="{9529A2F3-7C2E-4D7C-BE68-F9282F62F7CA}" dt="2022-06-25T10:18:18.431" v="679" actId="478"/>
          <ac:cxnSpMkLst>
            <pc:docMk/>
            <pc:sldMk cId="3300753682" sldId="347"/>
            <ac:cxnSpMk id="41" creationId="{8ED19D39-B071-4D32-923A-038C3E105CB7}"/>
          </ac:cxnSpMkLst>
        </pc:cxnChg>
        <pc:cxnChg chg="add mod">
          <ac:chgData name="panwanke" userId="2eea59ba-b83b-4a63-b222-cef7f900ec6d" providerId="ADAL" clId="{9529A2F3-7C2E-4D7C-BE68-F9282F62F7CA}" dt="2022-06-25T10:18:56.724" v="684" actId="14100"/>
          <ac:cxnSpMkLst>
            <pc:docMk/>
            <pc:sldMk cId="3300753682" sldId="347"/>
            <ac:cxnSpMk id="69" creationId="{8DCE9A99-A4D0-DF75-6EB8-526B64D650EC}"/>
          </ac:cxnSpMkLst>
        </pc:cxnChg>
        <pc:cxnChg chg="add mod">
          <ac:chgData name="panwanke" userId="2eea59ba-b83b-4a63-b222-cef7f900ec6d" providerId="ADAL" clId="{9529A2F3-7C2E-4D7C-BE68-F9282F62F7CA}" dt="2022-06-25T10:19:03.392" v="686" actId="14100"/>
          <ac:cxnSpMkLst>
            <pc:docMk/>
            <pc:sldMk cId="3300753682" sldId="347"/>
            <ac:cxnSpMk id="73" creationId="{7986AF3E-4A6A-EC94-C818-934D88D901A2}"/>
          </ac:cxnSpMkLst>
        </pc:cxnChg>
      </pc:sldChg>
      <pc:sldChg chg="addSp delSp modSp add mod delAnim modNotesTx">
        <pc:chgData name="panwanke" userId="2eea59ba-b83b-4a63-b222-cef7f900ec6d" providerId="ADAL" clId="{9529A2F3-7C2E-4D7C-BE68-F9282F62F7CA}" dt="2022-06-27T14:27:19.935" v="8859" actId="20577"/>
        <pc:sldMkLst>
          <pc:docMk/>
          <pc:sldMk cId="1614706776" sldId="348"/>
        </pc:sldMkLst>
        <pc:spChg chg="del">
          <ac:chgData name="panwanke" userId="2eea59ba-b83b-4a63-b222-cef7f900ec6d" providerId="ADAL" clId="{9529A2F3-7C2E-4D7C-BE68-F9282F62F7CA}" dt="2022-06-25T11:47:40.418" v="1277" actId="478"/>
          <ac:spMkLst>
            <pc:docMk/>
            <pc:sldMk cId="1614706776" sldId="348"/>
            <ac:spMk id="2" creationId="{F2EDBBE9-2194-43FF-93CC-48B687E1F43C}"/>
          </ac:spMkLst>
        </pc:spChg>
        <pc:spChg chg="add">
          <ac:chgData name="panwanke" userId="2eea59ba-b83b-4a63-b222-cef7f900ec6d" providerId="ADAL" clId="{9529A2F3-7C2E-4D7C-BE68-F9282F62F7CA}" dt="2022-06-26T15:02:26.467" v="3839" actId="22"/>
          <ac:spMkLst>
            <pc:docMk/>
            <pc:sldMk cId="1614706776" sldId="348"/>
            <ac:spMk id="3" creationId="{21056AE4-CAF9-8F2D-696D-9E112BBF263E}"/>
          </ac:spMkLst>
        </pc:spChg>
        <pc:spChg chg="del">
          <ac:chgData name="panwanke" userId="2eea59ba-b83b-4a63-b222-cef7f900ec6d" providerId="ADAL" clId="{9529A2F3-7C2E-4D7C-BE68-F9282F62F7CA}" dt="2022-06-25T11:47:40.418" v="1277" actId="478"/>
          <ac:spMkLst>
            <pc:docMk/>
            <pc:sldMk cId="1614706776" sldId="348"/>
            <ac:spMk id="4" creationId="{E4FDB5A4-C30D-4425-BB5F-3BBF7F547CB0}"/>
          </ac:spMkLst>
        </pc:spChg>
        <pc:spChg chg="mod">
          <ac:chgData name="panwanke" userId="2eea59ba-b83b-4a63-b222-cef7f900ec6d" providerId="ADAL" clId="{9529A2F3-7C2E-4D7C-BE68-F9282F62F7CA}" dt="2022-06-25T10:33:56.951" v="993" actId="1038"/>
          <ac:spMkLst>
            <pc:docMk/>
            <pc:sldMk cId="1614706776" sldId="348"/>
            <ac:spMk id="5" creationId="{300632D6-D0A1-1A69-63AA-31D9099BC61D}"/>
          </ac:spMkLst>
        </pc:spChg>
        <pc:spChg chg="add">
          <ac:chgData name="panwanke" userId="2eea59ba-b83b-4a63-b222-cef7f900ec6d" providerId="ADAL" clId="{9529A2F3-7C2E-4D7C-BE68-F9282F62F7CA}" dt="2022-06-26T15:02:26.467" v="3839" actId="22"/>
          <ac:spMkLst>
            <pc:docMk/>
            <pc:sldMk cId="1614706776" sldId="348"/>
            <ac:spMk id="6" creationId="{0E145B84-74C5-D68D-874C-BD7190C38A06}"/>
          </ac:spMkLst>
        </pc:spChg>
        <pc:spChg chg="del mod">
          <ac:chgData name="panwanke" userId="2eea59ba-b83b-4a63-b222-cef7f900ec6d" providerId="ADAL" clId="{9529A2F3-7C2E-4D7C-BE68-F9282F62F7CA}" dt="2022-06-25T10:25:06.487" v="697" actId="478"/>
          <ac:spMkLst>
            <pc:docMk/>
            <pc:sldMk cId="1614706776" sldId="348"/>
            <ac:spMk id="7" creationId="{64FE63FD-8269-2C5A-3C1F-AB63121974BE}"/>
          </ac:spMkLst>
        </pc:spChg>
        <pc:spChg chg="del">
          <ac:chgData name="panwanke" userId="2eea59ba-b83b-4a63-b222-cef7f900ec6d" providerId="ADAL" clId="{9529A2F3-7C2E-4D7C-BE68-F9282F62F7CA}" dt="2022-06-25T10:25:03.949" v="695" actId="478"/>
          <ac:spMkLst>
            <pc:docMk/>
            <pc:sldMk cId="1614706776" sldId="348"/>
            <ac:spMk id="8" creationId="{3F6C4FF6-F2F3-9D3E-7C7A-B3FACCAD0FE7}"/>
          </ac:spMkLst>
        </pc:spChg>
        <pc:spChg chg="add">
          <ac:chgData name="panwanke" userId="2eea59ba-b83b-4a63-b222-cef7f900ec6d" providerId="ADAL" clId="{9529A2F3-7C2E-4D7C-BE68-F9282F62F7CA}" dt="2022-06-26T15:02:26.467" v="3839" actId="22"/>
          <ac:spMkLst>
            <pc:docMk/>
            <pc:sldMk cId="1614706776" sldId="348"/>
            <ac:spMk id="8" creationId="{52791796-940D-8020-83ED-167E64A41FC7}"/>
          </ac:spMkLst>
        </pc:spChg>
        <pc:spChg chg="add">
          <ac:chgData name="panwanke" userId="2eea59ba-b83b-4a63-b222-cef7f900ec6d" providerId="ADAL" clId="{9529A2F3-7C2E-4D7C-BE68-F9282F62F7CA}" dt="2022-06-26T15:02:26.467" v="3839" actId="22"/>
          <ac:spMkLst>
            <pc:docMk/>
            <pc:sldMk cId="1614706776" sldId="348"/>
            <ac:spMk id="10" creationId="{75C97952-D96B-D7A3-16D9-341562E0511F}"/>
          </ac:spMkLst>
        </pc:spChg>
        <pc:spChg chg="del">
          <ac:chgData name="panwanke" userId="2eea59ba-b83b-4a63-b222-cef7f900ec6d" providerId="ADAL" clId="{9529A2F3-7C2E-4D7C-BE68-F9282F62F7CA}" dt="2022-06-25T10:25:03.305" v="694" actId="478"/>
          <ac:spMkLst>
            <pc:docMk/>
            <pc:sldMk cId="1614706776" sldId="348"/>
            <ac:spMk id="10" creationId="{E3295F34-398B-D57F-CA97-6B511819CE48}"/>
          </ac:spMkLst>
        </pc:spChg>
        <pc:spChg chg="del">
          <ac:chgData name="panwanke" userId="2eea59ba-b83b-4a63-b222-cef7f900ec6d" providerId="ADAL" clId="{9529A2F3-7C2E-4D7C-BE68-F9282F62F7CA}" dt="2022-06-25T11:47:40.418" v="1277" actId="478"/>
          <ac:spMkLst>
            <pc:docMk/>
            <pc:sldMk cId="1614706776" sldId="348"/>
            <ac:spMk id="12" creationId="{81AE3E5D-B057-F679-B0A6-C1C1F44A0E0A}"/>
          </ac:spMkLst>
        </pc:spChg>
        <pc:spChg chg="add del">
          <ac:chgData name="panwanke" userId="2eea59ba-b83b-4a63-b222-cef7f900ec6d" providerId="ADAL" clId="{9529A2F3-7C2E-4D7C-BE68-F9282F62F7CA}" dt="2022-06-26T15:02:32.112" v="3840" actId="478"/>
          <ac:spMkLst>
            <pc:docMk/>
            <pc:sldMk cId="1614706776" sldId="348"/>
            <ac:spMk id="12" creationId="{9BF5A12C-A2CB-44B7-3C14-C83ED6BA4555}"/>
          </ac:spMkLst>
        </pc:spChg>
        <pc:spChg chg="del">
          <ac:chgData name="panwanke" userId="2eea59ba-b83b-4a63-b222-cef7f900ec6d" providerId="ADAL" clId="{9529A2F3-7C2E-4D7C-BE68-F9282F62F7CA}" dt="2022-06-25T11:47:40.418" v="1277" actId="478"/>
          <ac:spMkLst>
            <pc:docMk/>
            <pc:sldMk cId="1614706776" sldId="348"/>
            <ac:spMk id="14" creationId="{042D50D8-F5A7-A830-52CF-E68E4A8650A4}"/>
          </ac:spMkLst>
        </pc:spChg>
        <pc:spChg chg="del">
          <ac:chgData name="panwanke" userId="2eea59ba-b83b-4a63-b222-cef7f900ec6d" providerId="ADAL" clId="{9529A2F3-7C2E-4D7C-BE68-F9282F62F7CA}" dt="2022-06-25T10:25:09.796" v="701" actId="478"/>
          <ac:spMkLst>
            <pc:docMk/>
            <pc:sldMk cId="1614706776" sldId="348"/>
            <ac:spMk id="21" creationId="{AA00BAD7-C23E-4FB9-D4D2-266C7C1EF923}"/>
          </ac:spMkLst>
        </pc:spChg>
        <pc:spChg chg="add mod">
          <ac:chgData name="panwanke" userId="2eea59ba-b83b-4a63-b222-cef7f900ec6d" providerId="ADAL" clId="{9529A2F3-7C2E-4D7C-BE68-F9282F62F7CA}" dt="2022-06-25T10:33:56.951" v="993" actId="1038"/>
          <ac:spMkLst>
            <pc:docMk/>
            <pc:sldMk cId="1614706776" sldId="348"/>
            <ac:spMk id="22" creationId="{0DD6555A-519D-C9CF-B647-BB44A7C65974}"/>
          </ac:spMkLst>
        </pc:spChg>
        <pc:spChg chg="add del mod">
          <ac:chgData name="panwanke" userId="2eea59ba-b83b-4a63-b222-cef7f900ec6d" providerId="ADAL" clId="{9529A2F3-7C2E-4D7C-BE68-F9282F62F7CA}" dt="2022-06-25T10:28:43.876" v="750"/>
          <ac:spMkLst>
            <pc:docMk/>
            <pc:sldMk cId="1614706776" sldId="348"/>
            <ac:spMk id="23" creationId="{7364D4C3-7B55-CC29-A604-1E1455EDC162}"/>
          </ac:spMkLst>
        </pc:spChg>
        <pc:spChg chg="add mod">
          <ac:chgData name="panwanke" userId="2eea59ba-b83b-4a63-b222-cef7f900ec6d" providerId="ADAL" clId="{9529A2F3-7C2E-4D7C-BE68-F9282F62F7CA}" dt="2022-06-25T10:33:56.951" v="993" actId="1038"/>
          <ac:spMkLst>
            <pc:docMk/>
            <pc:sldMk cId="1614706776" sldId="348"/>
            <ac:spMk id="24" creationId="{8D27B82E-0E62-E44F-D976-E44D5C86C74A}"/>
          </ac:spMkLst>
        </pc:spChg>
        <pc:spChg chg="add mod">
          <ac:chgData name="panwanke" userId="2eea59ba-b83b-4a63-b222-cef7f900ec6d" providerId="ADAL" clId="{9529A2F3-7C2E-4D7C-BE68-F9282F62F7CA}" dt="2022-06-25T12:58:07.216" v="2413" actId="14100"/>
          <ac:spMkLst>
            <pc:docMk/>
            <pc:sldMk cId="1614706776" sldId="348"/>
            <ac:spMk id="29" creationId="{6D545E4E-763B-914F-F3EB-1573D5B4AB2D}"/>
          </ac:spMkLst>
        </pc:spChg>
        <pc:spChg chg="add mod">
          <ac:chgData name="panwanke" userId="2eea59ba-b83b-4a63-b222-cef7f900ec6d" providerId="ADAL" clId="{9529A2F3-7C2E-4D7C-BE68-F9282F62F7CA}" dt="2022-06-25T12:58:14.756" v="2431" actId="1037"/>
          <ac:spMkLst>
            <pc:docMk/>
            <pc:sldMk cId="1614706776" sldId="348"/>
            <ac:spMk id="32" creationId="{18CD6E69-A4CB-C551-B8EE-860FDBB528B4}"/>
          </ac:spMkLst>
        </pc:spChg>
        <pc:spChg chg="mod">
          <ac:chgData name="panwanke" userId="2eea59ba-b83b-4a63-b222-cef7f900ec6d" providerId="ADAL" clId="{9529A2F3-7C2E-4D7C-BE68-F9282F62F7CA}" dt="2022-06-25T10:33:56.951" v="993" actId="1038"/>
          <ac:spMkLst>
            <pc:docMk/>
            <pc:sldMk cId="1614706776" sldId="348"/>
            <ac:spMk id="55" creationId="{89BA4699-1150-E79B-AB84-EBF15E40AE39}"/>
          </ac:spMkLst>
        </pc:spChg>
        <pc:spChg chg="mod">
          <ac:chgData name="panwanke" userId="2eea59ba-b83b-4a63-b222-cef7f900ec6d" providerId="ADAL" clId="{9529A2F3-7C2E-4D7C-BE68-F9282F62F7CA}" dt="2022-06-25T10:33:56.951" v="993" actId="1038"/>
          <ac:spMkLst>
            <pc:docMk/>
            <pc:sldMk cId="1614706776" sldId="348"/>
            <ac:spMk id="57" creationId="{3DAFC4F5-AF52-D7AC-6FF5-3534F3BBD446}"/>
          </ac:spMkLst>
        </pc:spChg>
        <pc:spChg chg="del">
          <ac:chgData name="panwanke" userId="2eea59ba-b83b-4a63-b222-cef7f900ec6d" providerId="ADAL" clId="{9529A2F3-7C2E-4D7C-BE68-F9282F62F7CA}" dt="2022-06-25T10:25:00.009" v="692" actId="478"/>
          <ac:spMkLst>
            <pc:docMk/>
            <pc:sldMk cId="1614706776" sldId="348"/>
            <ac:spMk id="59" creationId="{EAA6D134-614D-38DB-5B1A-627A84316125}"/>
          </ac:spMkLst>
        </pc:spChg>
        <pc:spChg chg="del">
          <ac:chgData name="panwanke" userId="2eea59ba-b83b-4a63-b222-cef7f900ec6d" providerId="ADAL" clId="{9529A2F3-7C2E-4D7C-BE68-F9282F62F7CA}" dt="2022-06-25T10:25:01.552" v="693" actId="478"/>
          <ac:spMkLst>
            <pc:docMk/>
            <pc:sldMk cId="1614706776" sldId="348"/>
            <ac:spMk id="61" creationId="{9BD3CEFD-03F7-E06F-8437-2D3686CD0903}"/>
          </ac:spMkLst>
        </pc:spChg>
        <pc:spChg chg="del">
          <ac:chgData name="panwanke" userId="2eea59ba-b83b-4a63-b222-cef7f900ec6d" providerId="ADAL" clId="{9529A2F3-7C2E-4D7C-BE68-F9282F62F7CA}" dt="2022-06-25T10:34:06.648" v="994" actId="478"/>
          <ac:spMkLst>
            <pc:docMk/>
            <pc:sldMk cId="1614706776" sldId="348"/>
            <ac:spMk id="82" creationId="{5E8A672A-B22D-B660-ED5F-E249BD25ADBD}"/>
          </ac:spMkLst>
        </pc:spChg>
        <pc:picChg chg="add del mod">
          <ac:chgData name="panwanke" userId="2eea59ba-b83b-4a63-b222-cef7f900ec6d" providerId="ADAL" clId="{9529A2F3-7C2E-4D7C-BE68-F9282F62F7CA}" dt="2022-06-25T12:56:45.981" v="2392" actId="478"/>
          <ac:picMkLst>
            <pc:docMk/>
            <pc:sldMk cId="1614706776" sldId="348"/>
            <ac:picMk id="27" creationId="{27E4070E-8D02-AACC-1752-8A9387FBBFC3}"/>
          </ac:picMkLst>
        </pc:picChg>
        <pc:cxnChg chg="del mod">
          <ac:chgData name="panwanke" userId="2eea59ba-b83b-4a63-b222-cef7f900ec6d" providerId="ADAL" clId="{9529A2F3-7C2E-4D7C-BE68-F9282F62F7CA}" dt="2022-06-25T10:25:07.493" v="698" actId="478"/>
          <ac:cxnSpMkLst>
            <pc:docMk/>
            <pc:sldMk cId="1614706776" sldId="348"/>
            <ac:cxnSpMk id="17" creationId="{0FC9FF84-96E6-C3D8-0191-C649DCB8B5B5}"/>
          </ac:cxnSpMkLst>
        </pc:cxnChg>
        <pc:cxnChg chg="del mod">
          <ac:chgData name="panwanke" userId="2eea59ba-b83b-4a63-b222-cef7f900ec6d" providerId="ADAL" clId="{9529A2F3-7C2E-4D7C-BE68-F9282F62F7CA}" dt="2022-06-25T10:25:07.862" v="699" actId="478"/>
          <ac:cxnSpMkLst>
            <pc:docMk/>
            <pc:sldMk cId="1614706776" sldId="348"/>
            <ac:cxnSpMk id="26" creationId="{4290C737-5ECE-BDFC-3EEC-5981E246DDEB}"/>
          </ac:cxnSpMkLst>
        </pc:cxnChg>
        <pc:cxnChg chg="del mod">
          <ac:chgData name="panwanke" userId="2eea59ba-b83b-4a63-b222-cef7f900ec6d" providerId="ADAL" clId="{9529A2F3-7C2E-4D7C-BE68-F9282F62F7CA}" dt="2022-06-25T10:25:08.621" v="700" actId="478"/>
          <ac:cxnSpMkLst>
            <pc:docMk/>
            <pc:sldMk cId="1614706776" sldId="348"/>
            <ac:cxnSpMk id="30" creationId="{56DA131E-A625-FBAA-7673-86FED567211E}"/>
          </ac:cxnSpMkLst>
        </pc:cxnChg>
        <pc:cxnChg chg="mod">
          <ac:chgData name="panwanke" userId="2eea59ba-b83b-4a63-b222-cef7f900ec6d" providerId="ADAL" clId="{9529A2F3-7C2E-4D7C-BE68-F9282F62F7CA}" dt="2022-06-25T10:33:56.951" v="993" actId="1038"/>
          <ac:cxnSpMkLst>
            <pc:docMk/>
            <pc:sldMk cId="1614706776" sldId="348"/>
            <ac:cxnSpMk id="69" creationId="{8DCE9A99-A4D0-DF75-6EB8-526B64D650EC}"/>
          </ac:cxnSpMkLst>
        </pc:cxnChg>
        <pc:cxnChg chg="mod">
          <ac:chgData name="panwanke" userId="2eea59ba-b83b-4a63-b222-cef7f900ec6d" providerId="ADAL" clId="{9529A2F3-7C2E-4D7C-BE68-F9282F62F7CA}" dt="2022-06-25T10:33:56.951" v="993" actId="1038"/>
          <ac:cxnSpMkLst>
            <pc:docMk/>
            <pc:sldMk cId="1614706776" sldId="348"/>
            <ac:cxnSpMk id="73" creationId="{7986AF3E-4A6A-EC94-C818-934D88D901A2}"/>
          </ac:cxnSpMkLst>
        </pc:cxnChg>
      </pc:sldChg>
      <pc:sldChg chg="addSp delSp modSp add del mod ord modAnim">
        <pc:chgData name="panwanke" userId="2eea59ba-b83b-4a63-b222-cef7f900ec6d" providerId="ADAL" clId="{9529A2F3-7C2E-4D7C-BE68-F9282F62F7CA}" dt="2022-06-25T11:50:38.886" v="1298" actId="47"/>
        <pc:sldMkLst>
          <pc:docMk/>
          <pc:sldMk cId="1204894472" sldId="349"/>
        </pc:sldMkLst>
        <pc:spChg chg="del mod">
          <ac:chgData name="panwanke" userId="2eea59ba-b83b-4a63-b222-cef7f900ec6d" providerId="ADAL" clId="{9529A2F3-7C2E-4D7C-BE68-F9282F62F7CA}" dt="2022-06-25T11:47:34.663" v="1276" actId="478"/>
          <ac:spMkLst>
            <pc:docMk/>
            <pc:sldMk cId="1204894472" sldId="349"/>
            <ac:spMk id="2" creationId="{F2EDBBE9-2194-43FF-93CC-48B687E1F43C}"/>
          </ac:spMkLst>
        </pc:spChg>
        <pc:spChg chg="add mod">
          <ac:chgData name="panwanke" userId="2eea59ba-b83b-4a63-b222-cef7f900ec6d" providerId="ADAL" clId="{9529A2F3-7C2E-4D7C-BE68-F9282F62F7CA}" dt="2022-06-25T11:29:40.652" v="1051" actId="20577"/>
          <ac:spMkLst>
            <pc:docMk/>
            <pc:sldMk cId="1204894472" sldId="349"/>
            <ac:spMk id="3" creationId="{1D393068-C3F2-DFAB-C29E-E34A9E8A966C}"/>
          </ac:spMkLst>
        </pc:spChg>
        <pc:spChg chg="del mod">
          <ac:chgData name="panwanke" userId="2eea59ba-b83b-4a63-b222-cef7f900ec6d" providerId="ADAL" clId="{9529A2F3-7C2E-4D7C-BE68-F9282F62F7CA}" dt="2022-06-25T11:32:29.898" v="1080" actId="478"/>
          <ac:spMkLst>
            <pc:docMk/>
            <pc:sldMk cId="1204894472" sldId="349"/>
            <ac:spMk id="4" creationId="{E4FDB5A4-C30D-4425-BB5F-3BBF7F547CB0}"/>
          </ac:spMkLst>
        </pc:spChg>
        <pc:spChg chg="del mod">
          <ac:chgData name="panwanke" userId="2eea59ba-b83b-4a63-b222-cef7f900ec6d" providerId="ADAL" clId="{9529A2F3-7C2E-4D7C-BE68-F9282F62F7CA}" dt="2022-06-25T11:49:48.338" v="1293" actId="478"/>
          <ac:spMkLst>
            <pc:docMk/>
            <pc:sldMk cId="1204894472" sldId="349"/>
            <ac:spMk id="5" creationId="{300632D6-D0A1-1A69-63AA-31D9099BC61D}"/>
          </ac:spMkLst>
        </pc:spChg>
        <pc:spChg chg="add del mod">
          <ac:chgData name="panwanke" userId="2eea59ba-b83b-4a63-b222-cef7f900ec6d" providerId="ADAL" clId="{9529A2F3-7C2E-4D7C-BE68-F9282F62F7CA}" dt="2022-06-25T11:49:49.328" v="1294" actId="478"/>
          <ac:spMkLst>
            <pc:docMk/>
            <pc:sldMk cId="1204894472" sldId="349"/>
            <ac:spMk id="8" creationId="{1FC6B4A3-A524-E90B-1CF6-5D69A7FB6249}"/>
          </ac:spMkLst>
        </pc:spChg>
        <pc:spChg chg="add del mod">
          <ac:chgData name="panwanke" userId="2eea59ba-b83b-4a63-b222-cef7f900ec6d" providerId="ADAL" clId="{9529A2F3-7C2E-4D7C-BE68-F9282F62F7CA}" dt="2022-06-25T11:49:52.752" v="1296" actId="478"/>
          <ac:spMkLst>
            <pc:docMk/>
            <pc:sldMk cId="1204894472" sldId="349"/>
            <ac:spMk id="10" creationId="{E388F43C-EBCF-9FF5-9364-369F4D03B259}"/>
          </ac:spMkLst>
        </pc:spChg>
        <pc:spChg chg="del mod">
          <ac:chgData name="panwanke" userId="2eea59ba-b83b-4a63-b222-cef7f900ec6d" providerId="ADAL" clId="{9529A2F3-7C2E-4D7C-BE68-F9282F62F7CA}" dt="2022-06-25T11:47:34.663" v="1276" actId="478"/>
          <ac:spMkLst>
            <pc:docMk/>
            <pc:sldMk cId="1204894472" sldId="349"/>
            <ac:spMk id="12" creationId="{81AE3E5D-B057-F679-B0A6-C1C1F44A0E0A}"/>
          </ac:spMkLst>
        </pc:spChg>
        <pc:spChg chg="add del mod ord">
          <ac:chgData name="panwanke" userId="2eea59ba-b83b-4a63-b222-cef7f900ec6d" providerId="ADAL" clId="{9529A2F3-7C2E-4D7C-BE68-F9282F62F7CA}" dt="2022-06-25T11:47:25.848" v="1275" actId="478"/>
          <ac:spMkLst>
            <pc:docMk/>
            <pc:sldMk cId="1204894472" sldId="349"/>
            <ac:spMk id="13" creationId="{DD52DDBF-D077-AFFD-8D83-38E359B38976}"/>
          </ac:spMkLst>
        </pc:spChg>
        <pc:spChg chg="del mod">
          <ac:chgData name="panwanke" userId="2eea59ba-b83b-4a63-b222-cef7f900ec6d" providerId="ADAL" clId="{9529A2F3-7C2E-4D7C-BE68-F9282F62F7CA}" dt="2022-06-25T11:47:34.663" v="1276" actId="478"/>
          <ac:spMkLst>
            <pc:docMk/>
            <pc:sldMk cId="1204894472" sldId="349"/>
            <ac:spMk id="14" creationId="{042D50D8-F5A7-A830-52CF-E68E4A8650A4}"/>
          </ac:spMkLst>
        </pc:spChg>
        <pc:spChg chg="add del mod ord">
          <ac:chgData name="panwanke" userId="2eea59ba-b83b-4a63-b222-cef7f900ec6d" providerId="ADAL" clId="{9529A2F3-7C2E-4D7C-BE68-F9282F62F7CA}" dt="2022-06-25T11:47:25.848" v="1275" actId="478"/>
          <ac:spMkLst>
            <pc:docMk/>
            <pc:sldMk cId="1204894472" sldId="349"/>
            <ac:spMk id="17" creationId="{54E50A80-0089-EFF9-AAA5-259E0B3423D3}"/>
          </ac:spMkLst>
        </pc:spChg>
        <pc:spChg chg="add del mod ord">
          <ac:chgData name="panwanke" userId="2eea59ba-b83b-4a63-b222-cef7f900ec6d" providerId="ADAL" clId="{9529A2F3-7C2E-4D7C-BE68-F9282F62F7CA}" dt="2022-06-25T11:47:25.848" v="1275" actId="478"/>
          <ac:spMkLst>
            <pc:docMk/>
            <pc:sldMk cId="1204894472" sldId="349"/>
            <ac:spMk id="19" creationId="{2E96F62F-A256-6770-0CA3-A8E6BBA56CF3}"/>
          </ac:spMkLst>
        </pc:spChg>
        <pc:spChg chg="add del mod ord">
          <ac:chgData name="panwanke" userId="2eea59ba-b83b-4a63-b222-cef7f900ec6d" providerId="ADAL" clId="{9529A2F3-7C2E-4D7C-BE68-F9282F62F7CA}" dt="2022-06-25T11:47:25.848" v="1275" actId="478"/>
          <ac:spMkLst>
            <pc:docMk/>
            <pc:sldMk cId="1204894472" sldId="349"/>
            <ac:spMk id="21" creationId="{0AAD0818-D156-733A-C1A5-E5F1214384EB}"/>
          </ac:spMkLst>
        </pc:spChg>
        <pc:spChg chg="del mod">
          <ac:chgData name="panwanke" userId="2eea59ba-b83b-4a63-b222-cef7f900ec6d" providerId="ADAL" clId="{9529A2F3-7C2E-4D7C-BE68-F9282F62F7CA}" dt="2022-06-25T11:30:09.232" v="1059" actId="478"/>
          <ac:spMkLst>
            <pc:docMk/>
            <pc:sldMk cId="1204894472" sldId="349"/>
            <ac:spMk id="22" creationId="{0DD6555A-519D-C9CF-B647-BB44A7C65974}"/>
          </ac:spMkLst>
        </pc:spChg>
        <pc:spChg chg="del mod">
          <ac:chgData name="panwanke" userId="2eea59ba-b83b-4a63-b222-cef7f900ec6d" providerId="ADAL" clId="{9529A2F3-7C2E-4D7C-BE68-F9282F62F7CA}" dt="2022-06-25T11:32:32.033" v="1081" actId="21"/>
          <ac:spMkLst>
            <pc:docMk/>
            <pc:sldMk cId="1204894472" sldId="349"/>
            <ac:spMk id="24" creationId="{8D27B82E-0E62-E44F-D976-E44D5C86C74A}"/>
          </ac:spMkLst>
        </pc:spChg>
        <pc:spChg chg="add del mod ord">
          <ac:chgData name="panwanke" userId="2eea59ba-b83b-4a63-b222-cef7f900ec6d" providerId="ADAL" clId="{9529A2F3-7C2E-4D7C-BE68-F9282F62F7CA}" dt="2022-06-25T11:47:25.848" v="1275" actId="478"/>
          <ac:spMkLst>
            <pc:docMk/>
            <pc:sldMk cId="1204894472" sldId="349"/>
            <ac:spMk id="25" creationId="{129DDD73-2F93-A760-1D70-886C936C1F5C}"/>
          </ac:spMkLst>
        </pc:spChg>
        <pc:spChg chg="add del mod ord">
          <ac:chgData name="panwanke" userId="2eea59ba-b83b-4a63-b222-cef7f900ec6d" providerId="ADAL" clId="{9529A2F3-7C2E-4D7C-BE68-F9282F62F7CA}" dt="2022-06-25T11:47:25.848" v="1275" actId="478"/>
          <ac:spMkLst>
            <pc:docMk/>
            <pc:sldMk cId="1204894472" sldId="349"/>
            <ac:spMk id="27" creationId="{A87BB12B-49B0-58EC-5642-9899360FAC74}"/>
          </ac:spMkLst>
        </pc:spChg>
        <pc:spChg chg="add del mod">
          <ac:chgData name="panwanke" userId="2eea59ba-b83b-4a63-b222-cef7f900ec6d" providerId="ADAL" clId="{9529A2F3-7C2E-4D7C-BE68-F9282F62F7CA}" dt="2022-06-25T11:49:53.418" v="1297" actId="478"/>
          <ac:spMkLst>
            <pc:docMk/>
            <pc:sldMk cId="1204894472" sldId="349"/>
            <ac:spMk id="28" creationId="{CBB92E1D-BEF3-19EB-4B5C-B891CC2DE907}"/>
          </ac:spMkLst>
        </pc:spChg>
        <pc:spChg chg="del mod">
          <ac:chgData name="panwanke" userId="2eea59ba-b83b-4a63-b222-cef7f900ec6d" providerId="ADAL" clId="{9529A2F3-7C2E-4D7C-BE68-F9282F62F7CA}" dt="2022-06-25T11:29:59.912" v="1054" actId="478"/>
          <ac:spMkLst>
            <pc:docMk/>
            <pc:sldMk cId="1204894472" sldId="349"/>
            <ac:spMk id="55" creationId="{89BA4699-1150-E79B-AB84-EBF15E40AE39}"/>
          </ac:spMkLst>
        </pc:spChg>
        <pc:spChg chg="del">
          <ac:chgData name="panwanke" userId="2eea59ba-b83b-4a63-b222-cef7f900ec6d" providerId="ADAL" clId="{9529A2F3-7C2E-4D7C-BE68-F9282F62F7CA}" dt="2022-06-25T11:29:58.856" v="1052" actId="478"/>
          <ac:spMkLst>
            <pc:docMk/>
            <pc:sldMk cId="1204894472" sldId="349"/>
            <ac:spMk id="57" creationId="{3DAFC4F5-AF52-D7AC-6FF5-3534F3BBD446}"/>
          </ac:spMkLst>
        </pc:spChg>
        <pc:cxnChg chg="add mod">
          <ac:chgData name="panwanke" userId="2eea59ba-b83b-4a63-b222-cef7f900ec6d" providerId="ADAL" clId="{9529A2F3-7C2E-4D7C-BE68-F9282F62F7CA}" dt="2022-06-25T11:29:24.407" v="1013"/>
          <ac:cxnSpMkLst>
            <pc:docMk/>
            <pc:sldMk cId="1204894472" sldId="349"/>
            <ac:cxnSpMk id="6" creationId="{5E2956E4-1500-7114-78AC-01182EF3C095}"/>
          </ac:cxnSpMkLst>
        </pc:cxnChg>
        <pc:cxnChg chg="del mod">
          <ac:chgData name="panwanke" userId="2eea59ba-b83b-4a63-b222-cef7f900ec6d" providerId="ADAL" clId="{9529A2F3-7C2E-4D7C-BE68-F9282F62F7CA}" dt="2022-06-25T11:30:00.752" v="1055" actId="478"/>
          <ac:cxnSpMkLst>
            <pc:docMk/>
            <pc:sldMk cId="1204894472" sldId="349"/>
            <ac:cxnSpMk id="69" creationId="{8DCE9A99-A4D0-DF75-6EB8-526B64D650EC}"/>
          </ac:cxnSpMkLst>
        </pc:cxnChg>
        <pc:cxnChg chg="del mod">
          <ac:chgData name="panwanke" userId="2eea59ba-b83b-4a63-b222-cef7f900ec6d" providerId="ADAL" clId="{9529A2F3-7C2E-4D7C-BE68-F9282F62F7CA}" dt="2022-06-25T11:30:01.370" v="1056" actId="478"/>
          <ac:cxnSpMkLst>
            <pc:docMk/>
            <pc:sldMk cId="1204894472" sldId="349"/>
            <ac:cxnSpMk id="73" creationId="{7986AF3E-4A6A-EC94-C818-934D88D901A2}"/>
          </ac:cxnSpMkLst>
        </pc:cxnChg>
      </pc:sldChg>
      <pc:sldChg chg="addSp delSp modSp add mod modAnim modNotesTx">
        <pc:chgData name="panwanke" userId="2eea59ba-b83b-4a63-b222-cef7f900ec6d" providerId="ADAL" clId="{9529A2F3-7C2E-4D7C-BE68-F9282F62F7CA}" dt="2022-06-27T07:38:40.895" v="5982" actId="20577"/>
        <pc:sldMkLst>
          <pc:docMk/>
          <pc:sldMk cId="3474819934" sldId="350"/>
        </pc:sldMkLst>
        <pc:spChg chg="add del mod">
          <ac:chgData name="panwanke" userId="2eea59ba-b83b-4a63-b222-cef7f900ec6d" providerId="ADAL" clId="{9529A2F3-7C2E-4D7C-BE68-F9282F62F7CA}" dt="2022-06-25T11:52:27.892" v="1306" actId="22"/>
          <ac:spMkLst>
            <pc:docMk/>
            <pc:sldMk cId="3474819934" sldId="350"/>
            <ac:spMk id="4" creationId="{57DB663F-A004-BAD2-5092-6B22D954616E}"/>
          </ac:spMkLst>
        </pc:spChg>
        <pc:spChg chg="add">
          <ac:chgData name="panwanke" userId="2eea59ba-b83b-4a63-b222-cef7f900ec6d" providerId="ADAL" clId="{9529A2F3-7C2E-4D7C-BE68-F9282F62F7CA}" dt="2022-06-26T15:02:11.198" v="3836" actId="22"/>
          <ac:spMkLst>
            <pc:docMk/>
            <pc:sldMk cId="3474819934" sldId="350"/>
            <ac:spMk id="4" creationId="{F99AFF4C-8F52-8965-BC94-B328F03D79FB}"/>
          </ac:spMkLst>
        </pc:spChg>
        <pc:spChg chg="mod">
          <ac:chgData name="panwanke" userId="2eea59ba-b83b-4a63-b222-cef7f900ec6d" providerId="ADAL" clId="{9529A2F3-7C2E-4D7C-BE68-F9282F62F7CA}" dt="2022-06-25T12:17:02.852" v="1931" actId="1076"/>
          <ac:spMkLst>
            <pc:docMk/>
            <pc:sldMk cId="3474819934" sldId="350"/>
            <ac:spMk id="5" creationId="{300632D6-D0A1-1A69-63AA-31D9099BC61D}"/>
          </ac:spMkLst>
        </pc:spChg>
        <pc:spChg chg="mod">
          <ac:chgData name="panwanke" userId="2eea59ba-b83b-4a63-b222-cef7f900ec6d" providerId="ADAL" clId="{9529A2F3-7C2E-4D7C-BE68-F9282F62F7CA}" dt="2022-06-25T12:17:02.852" v="1931" actId="1076"/>
          <ac:spMkLst>
            <pc:docMk/>
            <pc:sldMk cId="3474819934" sldId="350"/>
            <ac:spMk id="8" creationId="{1FC6B4A3-A524-E90B-1CF6-5D69A7FB6249}"/>
          </ac:spMkLst>
        </pc:spChg>
        <pc:spChg chg="add del mod">
          <ac:chgData name="panwanke" userId="2eea59ba-b83b-4a63-b222-cef7f900ec6d" providerId="ADAL" clId="{9529A2F3-7C2E-4D7C-BE68-F9282F62F7CA}" dt="2022-06-25T11:59:06.588" v="1468" actId="478"/>
          <ac:spMkLst>
            <pc:docMk/>
            <pc:sldMk cId="3474819934" sldId="350"/>
            <ac:spMk id="9" creationId="{337BA75F-1041-8C30-F36C-ADFEC9DE2BC9}"/>
          </ac:spMkLst>
        </pc:spChg>
        <pc:spChg chg="add">
          <ac:chgData name="panwanke" userId="2eea59ba-b83b-4a63-b222-cef7f900ec6d" providerId="ADAL" clId="{9529A2F3-7C2E-4D7C-BE68-F9282F62F7CA}" dt="2022-06-26T15:02:11.198" v="3836" actId="22"/>
          <ac:spMkLst>
            <pc:docMk/>
            <pc:sldMk cId="3474819934" sldId="350"/>
            <ac:spMk id="9" creationId="{45CB140F-128C-A47C-D2D7-45087C7D2389}"/>
          </ac:spMkLst>
        </pc:spChg>
        <pc:spChg chg="mod">
          <ac:chgData name="panwanke" userId="2eea59ba-b83b-4a63-b222-cef7f900ec6d" providerId="ADAL" clId="{9529A2F3-7C2E-4D7C-BE68-F9282F62F7CA}" dt="2022-06-25T12:17:02.852" v="1931" actId="1076"/>
          <ac:spMkLst>
            <pc:docMk/>
            <pc:sldMk cId="3474819934" sldId="350"/>
            <ac:spMk id="10" creationId="{E388F43C-EBCF-9FF5-9364-369F4D03B259}"/>
          </ac:spMkLst>
        </pc:spChg>
        <pc:spChg chg="add del mod">
          <ac:chgData name="panwanke" userId="2eea59ba-b83b-4a63-b222-cef7f900ec6d" providerId="ADAL" clId="{9529A2F3-7C2E-4D7C-BE68-F9282F62F7CA}" dt="2022-06-25T11:59:07.613" v="1470" actId="478"/>
          <ac:spMkLst>
            <pc:docMk/>
            <pc:sldMk cId="3474819934" sldId="350"/>
            <ac:spMk id="12" creationId="{65C5B283-5883-A8E2-57D2-3EAFC6ACE128}"/>
          </ac:spMkLst>
        </pc:spChg>
        <pc:spChg chg="add">
          <ac:chgData name="panwanke" userId="2eea59ba-b83b-4a63-b222-cef7f900ec6d" providerId="ADAL" clId="{9529A2F3-7C2E-4D7C-BE68-F9282F62F7CA}" dt="2022-06-26T15:02:11.198" v="3836" actId="22"/>
          <ac:spMkLst>
            <pc:docMk/>
            <pc:sldMk cId="3474819934" sldId="350"/>
            <ac:spMk id="12" creationId="{92C3EF38-8473-FF9D-2FB5-AE66D03CBCF4}"/>
          </ac:spMkLst>
        </pc:spChg>
        <pc:spChg chg="add">
          <ac:chgData name="panwanke" userId="2eea59ba-b83b-4a63-b222-cef7f900ec6d" providerId="ADAL" clId="{9529A2F3-7C2E-4D7C-BE68-F9282F62F7CA}" dt="2022-06-26T15:02:11.198" v="3836" actId="22"/>
          <ac:spMkLst>
            <pc:docMk/>
            <pc:sldMk cId="3474819934" sldId="350"/>
            <ac:spMk id="14" creationId="{824576C8-D2B1-E44A-9FC6-C2B168F88B2E}"/>
          </ac:spMkLst>
        </pc:spChg>
        <pc:spChg chg="add del mod">
          <ac:chgData name="panwanke" userId="2eea59ba-b83b-4a63-b222-cef7f900ec6d" providerId="ADAL" clId="{9529A2F3-7C2E-4D7C-BE68-F9282F62F7CA}" dt="2022-06-25T11:59:07.240" v="1469" actId="478"/>
          <ac:spMkLst>
            <pc:docMk/>
            <pc:sldMk cId="3474819934" sldId="350"/>
            <ac:spMk id="14" creationId="{B85D08BE-2897-A0CE-4DD6-131668818305}"/>
          </ac:spMkLst>
        </pc:spChg>
        <pc:spChg chg="add del mod">
          <ac:chgData name="panwanke" userId="2eea59ba-b83b-4a63-b222-cef7f900ec6d" providerId="ADAL" clId="{9529A2F3-7C2E-4D7C-BE68-F9282F62F7CA}" dt="2022-06-25T12:13:43.216" v="1895" actId="478"/>
          <ac:spMkLst>
            <pc:docMk/>
            <pc:sldMk cId="3474819934" sldId="350"/>
            <ac:spMk id="15" creationId="{7AACB9C4-248D-529F-DAD3-CC7DA3D53899}"/>
          </ac:spMkLst>
        </pc:spChg>
        <pc:spChg chg="add del">
          <ac:chgData name="panwanke" userId="2eea59ba-b83b-4a63-b222-cef7f900ec6d" providerId="ADAL" clId="{9529A2F3-7C2E-4D7C-BE68-F9282F62F7CA}" dt="2022-06-26T15:04:12.249" v="3867" actId="478"/>
          <ac:spMkLst>
            <pc:docMk/>
            <pc:sldMk cId="3474819934" sldId="350"/>
            <ac:spMk id="17" creationId="{F1671497-6363-7780-034E-0D3AFE94645C}"/>
          </ac:spMkLst>
        </pc:spChg>
        <pc:spChg chg="add del mod">
          <ac:chgData name="panwanke" userId="2eea59ba-b83b-4a63-b222-cef7f900ec6d" providerId="ADAL" clId="{9529A2F3-7C2E-4D7C-BE68-F9282F62F7CA}" dt="2022-06-25T12:13:44.454" v="1896" actId="478"/>
          <ac:spMkLst>
            <pc:docMk/>
            <pc:sldMk cId="3474819934" sldId="350"/>
            <ac:spMk id="18" creationId="{14FA75AB-13BD-14F6-EE16-C8020E9702C7}"/>
          </ac:spMkLst>
        </pc:spChg>
        <pc:spChg chg="add del mod">
          <ac:chgData name="panwanke" userId="2eea59ba-b83b-4a63-b222-cef7f900ec6d" providerId="ADAL" clId="{9529A2F3-7C2E-4D7C-BE68-F9282F62F7CA}" dt="2022-06-25T12:07:43.355" v="1589" actId="767"/>
          <ac:spMkLst>
            <pc:docMk/>
            <pc:sldMk cId="3474819934" sldId="350"/>
            <ac:spMk id="20" creationId="{B69ABBFD-7E2A-0959-DE4C-1E89B3A5B0DA}"/>
          </ac:spMkLst>
        </pc:spChg>
        <pc:spChg chg="add mod">
          <ac:chgData name="panwanke" userId="2eea59ba-b83b-4a63-b222-cef7f900ec6d" providerId="ADAL" clId="{9529A2F3-7C2E-4D7C-BE68-F9282F62F7CA}" dt="2022-06-25T12:17:02.852" v="1931" actId="1076"/>
          <ac:spMkLst>
            <pc:docMk/>
            <pc:sldMk cId="3474819934" sldId="350"/>
            <ac:spMk id="22" creationId="{C5B71683-8E50-1649-705E-C9C7967E0784}"/>
          </ac:spMkLst>
        </pc:spChg>
        <pc:spChg chg="add mod">
          <ac:chgData name="panwanke" userId="2eea59ba-b83b-4a63-b222-cef7f900ec6d" providerId="ADAL" clId="{9529A2F3-7C2E-4D7C-BE68-F9282F62F7CA}" dt="2022-06-25T12:17:02.852" v="1931" actId="1076"/>
          <ac:spMkLst>
            <pc:docMk/>
            <pc:sldMk cId="3474819934" sldId="350"/>
            <ac:spMk id="23" creationId="{C61C0EC0-9CA1-6EAA-12E0-163ACB26FDDE}"/>
          </ac:spMkLst>
        </pc:spChg>
        <pc:spChg chg="del mod">
          <ac:chgData name="panwanke" userId="2eea59ba-b83b-4a63-b222-cef7f900ec6d" providerId="ADAL" clId="{9529A2F3-7C2E-4D7C-BE68-F9282F62F7CA}" dt="2022-06-25T11:58:59.329" v="1466" actId="478"/>
          <ac:spMkLst>
            <pc:docMk/>
            <pc:sldMk cId="3474819934" sldId="350"/>
            <ac:spMk id="28" creationId="{CBB92E1D-BEF3-19EB-4B5C-B891CC2DE907}"/>
          </ac:spMkLst>
        </pc:spChg>
        <pc:graphicFrameChg chg="add del mod modGraphic">
          <ac:chgData name="panwanke" userId="2eea59ba-b83b-4a63-b222-cef7f900ec6d" providerId="ADAL" clId="{9529A2F3-7C2E-4D7C-BE68-F9282F62F7CA}" dt="2022-06-25T12:15:24.512" v="1906" actId="478"/>
          <ac:graphicFrameMkLst>
            <pc:docMk/>
            <pc:sldMk cId="3474819934" sldId="350"/>
            <ac:graphicFrameMk id="19" creationId="{DFF74C5D-C1C8-A126-5081-99C83DA409F8}"/>
          </ac:graphicFrameMkLst>
        </pc:graphicFrameChg>
      </pc:sldChg>
      <pc:sldChg chg="addSp delSp modSp add mod delAnim modNotesTx">
        <pc:chgData name="panwanke" userId="2eea59ba-b83b-4a63-b222-cef7f900ec6d" providerId="ADAL" clId="{9529A2F3-7C2E-4D7C-BE68-F9282F62F7CA}" dt="2022-06-27T14:29:22.046" v="8880"/>
        <pc:sldMkLst>
          <pc:docMk/>
          <pc:sldMk cId="4073871530" sldId="351"/>
        </pc:sldMkLst>
        <pc:spChg chg="del">
          <ac:chgData name="panwanke" userId="2eea59ba-b83b-4a63-b222-cef7f900ec6d" providerId="ADAL" clId="{9529A2F3-7C2E-4D7C-BE68-F9282F62F7CA}" dt="2022-06-25T12:17:09.876" v="1932" actId="478"/>
          <ac:spMkLst>
            <pc:docMk/>
            <pc:sldMk cId="4073871530" sldId="351"/>
            <ac:spMk id="3" creationId="{1D393068-C3F2-DFAB-C29E-E34A9E8A966C}"/>
          </ac:spMkLst>
        </pc:spChg>
        <pc:spChg chg="add">
          <ac:chgData name="panwanke" userId="2eea59ba-b83b-4a63-b222-cef7f900ec6d" providerId="ADAL" clId="{9529A2F3-7C2E-4D7C-BE68-F9282F62F7CA}" dt="2022-06-26T15:02:10.328" v="3835" actId="22"/>
          <ac:spMkLst>
            <pc:docMk/>
            <pc:sldMk cId="4073871530" sldId="351"/>
            <ac:spMk id="3" creationId="{A53D0D0E-2428-248B-002F-27A264085C4C}"/>
          </ac:spMkLst>
        </pc:spChg>
        <pc:spChg chg="add mod">
          <ac:chgData name="panwanke" userId="2eea59ba-b83b-4a63-b222-cef7f900ec6d" providerId="ADAL" clId="{9529A2F3-7C2E-4D7C-BE68-F9282F62F7CA}" dt="2022-06-25T12:17:53.434" v="1957" actId="1076"/>
          <ac:spMkLst>
            <pc:docMk/>
            <pc:sldMk cId="4073871530" sldId="351"/>
            <ac:spMk id="4" creationId="{A1B4EEF8-1DD0-B77E-060F-CE662BDBF5F6}"/>
          </ac:spMkLst>
        </pc:spChg>
        <pc:spChg chg="mod">
          <ac:chgData name="panwanke" userId="2eea59ba-b83b-4a63-b222-cef7f900ec6d" providerId="ADAL" clId="{9529A2F3-7C2E-4D7C-BE68-F9282F62F7CA}" dt="2022-06-25T12:17:48.224" v="1956" actId="1076"/>
          <ac:spMkLst>
            <pc:docMk/>
            <pc:sldMk cId="4073871530" sldId="351"/>
            <ac:spMk id="5" creationId="{300632D6-D0A1-1A69-63AA-31D9099BC61D}"/>
          </ac:spMkLst>
        </pc:spChg>
        <pc:spChg chg="add">
          <ac:chgData name="panwanke" userId="2eea59ba-b83b-4a63-b222-cef7f900ec6d" providerId="ADAL" clId="{9529A2F3-7C2E-4D7C-BE68-F9282F62F7CA}" dt="2022-06-26T15:02:10.328" v="3835" actId="22"/>
          <ac:spMkLst>
            <pc:docMk/>
            <pc:sldMk cId="4073871530" sldId="351"/>
            <ac:spMk id="7" creationId="{1D3B573F-6138-B416-3D4A-9202D98C4D35}"/>
          </ac:spMkLst>
        </pc:spChg>
        <pc:spChg chg="mod">
          <ac:chgData name="panwanke" userId="2eea59ba-b83b-4a63-b222-cef7f900ec6d" providerId="ADAL" clId="{9529A2F3-7C2E-4D7C-BE68-F9282F62F7CA}" dt="2022-06-25T12:18:00.904" v="1961" actId="1035"/>
          <ac:spMkLst>
            <pc:docMk/>
            <pc:sldMk cId="4073871530" sldId="351"/>
            <ac:spMk id="8" creationId="{1FC6B4A3-A524-E90B-1CF6-5D69A7FB6249}"/>
          </ac:spMkLst>
        </pc:spChg>
        <pc:spChg chg="add del mod">
          <ac:chgData name="panwanke" userId="2eea59ba-b83b-4a63-b222-cef7f900ec6d" providerId="ADAL" clId="{9529A2F3-7C2E-4D7C-BE68-F9282F62F7CA}" dt="2022-06-25T12:57:18.510" v="2398" actId="21"/>
          <ac:spMkLst>
            <pc:docMk/>
            <pc:sldMk cId="4073871530" sldId="351"/>
            <ac:spMk id="9" creationId="{91A51A9D-35DF-BEC4-224A-FB56ECA45D46}"/>
          </ac:spMkLst>
        </pc:spChg>
        <pc:spChg chg="mod">
          <ac:chgData name="panwanke" userId="2eea59ba-b83b-4a63-b222-cef7f900ec6d" providerId="ADAL" clId="{9529A2F3-7C2E-4D7C-BE68-F9282F62F7CA}" dt="2022-06-25T12:17:56.284" v="1958" actId="1076"/>
          <ac:spMkLst>
            <pc:docMk/>
            <pc:sldMk cId="4073871530" sldId="351"/>
            <ac:spMk id="10" creationId="{E388F43C-EBCF-9FF5-9364-369F4D03B259}"/>
          </ac:spMkLst>
        </pc:spChg>
        <pc:spChg chg="add">
          <ac:chgData name="panwanke" userId="2eea59ba-b83b-4a63-b222-cef7f900ec6d" providerId="ADAL" clId="{9529A2F3-7C2E-4D7C-BE68-F9282F62F7CA}" dt="2022-06-26T15:02:10.328" v="3835" actId="22"/>
          <ac:spMkLst>
            <pc:docMk/>
            <pc:sldMk cId="4073871530" sldId="351"/>
            <ac:spMk id="11" creationId="{42213954-A480-7CD6-918B-E4AFA609E315}"/>
          </ac:spMkLst>
        </pc:spChg>
        <pc:spChg chg="add">
          <ac:chgData name="panwanke" userId="2eea59ba-b83b-4a63-b222-cef7f900ec6d" providerId="ADAL" clId="{9529A2F3-7C2E-4D7C-BE68-F9282F62F7CA}" dt="2022-06-26T15:02:10.328" v="3835" actId="22"/>
          <ac:spMkLst>
            <pc:docMk/>
            <pc:sldMk cId="4073871530" sldId="351"/>
            <ac:spMk id="13" creationId="{E3BD813C-FC25-9B38-C9B4-4377AD1D3A93}"/>
          </ac:spMkLst>
        </pc:spChg>
        <pc:spChg chg="add">
          <ac:chgData name="panwanke" userId="2eea59ba-b83b-4a63-b222-cef7f900ec6d" providerId="ADAL" clId="{9529A2F3-7C2E-4D7C-BE68-F9282F62F7CA}" dt="2022-06-26T15:02:10.328" v="3835" actId="22"/>
          <ac:spMkLst>
            <pc:docMk/>
            <pc:sldMk cId="4073871530" sldId="351"/>
            <ac:spMk id="15" creationId="{E6274546-108F-661C-57A7-3191A8CAE626}"/>
          </ac:spMkLst>
        </pc:spChg>
        <pc:graphicFrameChg chg="mod modGraphic">
          <ac:chgData name="panwanke" userId="2eea59ba-b83b-4a63-b222-cef7f900ec6d" providerId="ADAL" clId="{9529A2F3-7C2E-4D7C-BE68-F9282F62F7CA}" dt="2022-06-27T14:29:22.046" v="8880"/>
          <ac:graphicFrameMkLst>
            <pc:docMk/>
            <pc:sldMk cId="4073871530" sldId="351"/>
            <ac:graphicFrameMk id="19" creationId="{DFF74C5D-C1C8-A126-5081-99C83DA409F8}"/>
          </ac:graphicFrameMkLst>
        </pc:graphicFrameChg>
        <pc:cxnChg chg="del">
          <ac:chgData name="panwanke" userId="2eea59ba-b83b-4a63-b222-cef7f900ec6d" providerId="ADAL" clId="{9529A2F3-7C2E-4D7C-BE68-F9282F62F7CA}" dt="2022-06-25T12:17:10.566" v="1933" actId="478"/>
          <ac:cxnSpMkLst>
            <pc:docMk/>
            <pc:sldMk cId="4073871530" sldId="351"/>
            <ac:cxnSpMk id="6" creationId="{5E2956E4-1500-7114-78AC-01182EF3C095}"/>
          </ac:cxnSpMkLst>
        </pc:cxnChg>
      </pc:sldChg>
      <pc:sldChg chg="addSp modSp new del mod">
        <pc:chgData name="panwanke" userId="2eea59ba-b83b-4a63-b222-cef7f900ec6d" providerId="ADAL" clId="{9529A2F3-7C2E-4D7C-BE68-F9282F62F7CA}" dt="2022-06-25T12:24:18.251" v="2027" actId="47"/>
        <pc:sldMkLst>
          <pc:docMk/>
          <pc:sldMk cId="299882366" sldId="352"/>
        </pc:sldMkLst>
        <pc:graphicFrameChg chg="add modGraphic">
          <ac:chgData name="panwanke" userId="2eea59ba-b83b-4a63-b222-cef7f900ec6d" providerId="ADAL" clId="{9529A2F3-7C2E-4D7C-BE68-F9282F62F7CA}" dt="2022-06-25T12:24:11.739" v="2026" actId="27022"/>
          <ac:graphicFrameMkLst>
            <pc:docMk/>
            <pc:sldMk cId="299882366" sldId="352"/>
            <ac:graphicFrameMk id="6" creationId="{BB10DE14-54F4-5E20-61BD-905210457F32}"/>
          </ac:graphicFrameMkLst>
        </pc:graphicFrameChg>
      </pc:sldChg>
      <pc:sldChg chg="addSp modSp add mod modNotesTx">
        <pc:chgData name="panwanke" userId="2eea59ba-b83b-4a63-b222-cef7f900ec6d" providerId="ADAL" clId="{9529A2F3-7C2E-4D7C-BE68-F9282F62F7CA}" dt="2022-06-27T15:13:28.813" v="10356" actId="20577"/>
        <pc:sldMkLst>
          <pc:docMk/>
          <pc:sldMk cId="1472192433" sldId="352"/>
        </pc:sldMkLst>
        <pc:spChg chg="mod">
          <ac:chgData name="panwanke" userId="2eea59ba-b83b-4a63-b222-cef7f900ec6d" providerId="ADAL" clId="{9529A2F3-7C2E-4D7C-BE68-F9282F62F7CA}" dt="2022-06-25T13:12:02.447" v="2501" actId="20577"/>
          <ac:spMkLst>
            <pc:docMk/>
            <pc:sldMk cId="1472192433" sldId="352"/>
            <ac:spMk id="3" creationId="{A41DE2EA-11FF-5134-5F22-6363D9D86A43}"/>
          </ac:spMkLst>
        </pc:spChg>
        <pc:spChg chg="add mod">
          <ac:chgData name="panwanke" userId="2eea59ba-b83b-4a63-b222-cef7f900ec6d" providerId="ADAL" clId="{9529A2F3-7C2E-4D7C-BE68-F9282F62F7CA}" dt="2022-06-25T12:43:20.684" v="2317" actId="14100"/>
          <ac:spMkLst>
            <pc:docMk/>
            <pc:sldMk cId="1472192433" sldId="352"/>
            <ac:spMk id="6" creationId="{7ED34508-0897-B5F1-B6EE-EF45AA9BD7EE}"/>
          </ac:spMkLst>
        </pc:spChg>
        <pc:spChg chg="add">
          <ac:chgData name="panwanke" userId="2eea59ba-b83b-4a63-b222-cef7f900ec6d" providerId="ADAL" clId="{9529A2F3-7C2E-4D7C-BE68-F9282F62F7CA}" dt="2022-06-26T15:02:05.322" v="3833" actId="22"/>
          <ac:spMkLst>
            <pc:docMk/>
            <pc:sldMk cId="1472192433" sldId="352"/>
            <ac:spMk id="8" creationId="{A33EB100-7065-6B1A-80DB-F20556F70013}"/>
          </ac:spMkLst>
        </pc:spChg>
        <pc:spChg chg="add mod">
          <ac:chgData name="panwanke" userId="2eea59ba-b83b-4a63-b222-cef7f900ec6d" providerId="ADAL" clId="{9529A2F3-7C2E-4D7C-BE68-F9282F62F7CA}" dt="2022-06-25T12:43:24.425" v="2319" actId="1076"/>
          <ac:spMkLst>
            <pc:docMk/>
            <pc:sldMk cId="1472192433" sldId="352"/>
            <ac:spMk id="12" creationId="{82EBDAC5-963E-F294-9072-452CA6162214}"/>
          </ac:spMkLst>
        </pc:spChg>
        <pc:spChg chg="add">
          <ac:chgData name="panwanke" userId="2eea59ba-b83b-4a63-b222-cef7f900ec6d" providerId="ADAL" clId="{9529A2F3-7C2E-4D7C-BE68-F9282F62F7CA}" dt="2022-06-26T15:02:05.322" v="3833" actId="22"/>
          <ac:spMkLst>
            <pc:docMk/>
            <pc:sldMk cId="1472192433" sldId="352"/>
            <ac:spMk id="15" creationId="{4535EB8E-F21B-4D95-11E9-BCC9EA0785D3}"/>
          </ac:spMkLst>
        </pc:spChg>
        <pc:spChg chg="add">
          <ac:chgData name="panwanke" userId="2eea59ba-b83b-4a63-b222-cef7f900ec6d" providerId="ADAL" clId="{9529A2F3-7C2E-4D7C-BE68-F9282F62F7CA}" dt="2022-06-26T15:02:05.322" v="3833" actId="22"/>
          <ac:spMkLst>
            <pc:docMk/>
            <pc:sldMk cId="1472192433" sldId="352"/>
            <ac:spMk id="45" creationId="{70667BDF-5983-6EF4-D409-10D6F415E976}"/>
          </ac:spMkLst>
        </pc:spChg>
        <pc:spChg chg="add">
          <ac:chgData name="panwanke" userId="2eea59ba-b83b-4a63-b222-cef7f900ec6d" providerId="ADAL" clId="{9529A2F3-7C2E-4D7C-BE68-F9282F62F7CA}" dt="2022-06-26T15:02:05.322" v="3833" actId="22"/>
          <ac:spMkLst>
            <pc:docMk/>
            <pc:sldMk cId="1472192433" sldId="352"/>
            <ac:spMk id="47" creationId="{1FDC3130-082E-AC68-6935-B7E155F5C6CA}"/>
          </ac:spMkLst>
        </pc:spChg>
        <pc:spChg chg="add">
          <ac:chgData name="panwanke" userId="2eea59ba-b83b-4a63-b222-cef7f900ec6d" providerId="ADAL" clId="{9529A2F3-7C2E-4D7C-BE68-F9282F62F7CA}" dt="2022-06-26T15:02:05.322" v="3833" actId="22"/>
          <ac:spMkLst>
            <pc:docMk/>
            <pc:sldMk cId="1472192433" sldId="352"/>
            <ac:spMk id="49" creationId="{A4A81063-57C3-A3EB-2237-2CB61FD68428}"/>
          </ac:spMkLst>
        </pc:spChg>
      </pc:sldChg>
      <pc:sldChg chg="addSp delSp modSp add del mod">
        <pc:chgData name="panwanke" userId="2eea59ba-b83b-4a63-b222-cef7f900ec6d" providerId="ADAL" clId="{9529A2F3-7C2E-4D7C-BE68-F9282F62F7CA}" dt="2022-06-25T12:20:46.279" v="1985" actId="47"/>
        <pc:sldMkLst>
          <pc:docMk/>
          <pc:sldMk cId="3711583009" sldId="352"/>
        </pc:sldMkLst>
        <pc:spChg chg="del">
          <ac:chgData name="panwanke" userId="2eea59ba-b83b-4a63-b222-cef7f900ec6d" providerId="ADAL" clId="{9529A2F3-7C2E-4D7C-BE68-F9282F62F7CA}" dt="2022-06-25T12:18:56.776" v="1966" actId="478"/>
          <ac:spMkLst>
            <pc:docMk/>
            <pc:sldMk cId="3711583009" sldId="352"/>
            <ac:spMk id="4" creationId="{A1B4EEF8-1DD0-B77E-060F-CE662BDBF5F6}"/>
          </ac:spMkLst>
        </pc:spChg>
        <pc:spChg chg="del">
          <ac:chgData name="panwanke" userId="2eea59ba-b83b-4a63-b222-cef7f900ec6d" providerId="ADAL" clId="{9529A2F3-7C2E-4D7C-BE68-F9282F62F7CA}" dt="2022-06-25T12:18:56.776" v="1966" actId="478"/>
          <ac:spMkLst>
            <pc:docMk/>
            <pc:sldMk cId="3711583009" sldId="352"/>
            <ac:spMk id="5" creationId="{300632D6-D0A1-1A69-63AA-31D9099BC61D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6" creationId="{6057FBA2-C81D-3FDB-A2E0-180275CBCA0E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7" creationId="{CC2AED2B-045D-AE45-388F-C2588CEED3CB}"/>
          </ac:spMkLst>
        </pc:spChg>
        <pc:spChg chg="del">
          <ac:chgData name="panwanke" userId="2eea59ba-b83b-4a63-b222-cef7f900ec6d" providerId="ADAL" clId="{9529A2F3-7C2E-4D7C-BE68-F9282F62F7CA}" dt="2022-06-25T12:18:56.776" v="1966" actId="478"/>
          <ac:spMkLst>
            <pc:docMk/>
            <pc:sldMk cId="3711583009" sldId="352"/>
            <ac:spMk id="8" creationId="{1FC6B4A3-A524-E90B-1CF6-5D69A7FB6249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9" creationId="{7ABD1DE8-9A52-C6E0-FF33-138B1151EC8C}"/>
          </ac:spMkLst>
        </pc:spChg>
        <pc:spChg chg="del">
          <ac:chgData name="panwanke" userId="2eea59ba-b83b-4a63-b222-cef7f900ec6d" providerId="ADAL" clId="{9529A2F3-7C2E-4D7C-BE68-F9282F62F7CA}" dt="2022-06-25T12:18:56.776" v="1966" actId="478"/>
          <ac:spMkLst>
            <pc:docMk/>
            <pc:sldMk cId="3711583009" sldId="352"/>
            <ac:spMk id="10" creationId="{E388F43C-EBCF-9FF5-9364-369F4D03B259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11" creationId="{9F113231-39CB-CCDF-EC0F-92001470C416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12" creationId="{168DFC95-6CB3-C0A0-5AF5-FA30834B3A28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13" creationId="{A2BD292F-D7E0-403C-142D-9E07836ADA51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21" creationId="{43E82AB5-9F29-A304-5659-7FFE9D5E24F2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22" creationId="{E5EB6610-FB3E-BBB6-639F-BD4B9F4A32E8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25" creationId="{3AD1768E-E67B-0E68-F092-B49261604174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27" creationId="{18781FE3-B043-C103-4959-CDDE20C277EA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28" creationId="{E7477800-E96F-DB96-BA72-0CC79120BEEA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29" creationId="{8ECF8726-C0AD-5BBB-CE72-0157EDCED298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30" creationId="{194D5F2C-495B-0666-FE8B-6F79348DC90F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31" creationId="{2A7C1EFA-50D3-7C8E-FC83-1A59E11FB788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37" creationId="{59DC647E-E05E-BDCD-4B17-C99E89F46637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39" creationId="{4D59E694-C209-9E29-0F0A-DE2CA68EC989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41" creationId="{55D52F68-9A2A-0BA6-3BB2-74E77796A6E8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42" creationId="{BA6E6313-6691-BBBE-0ABF-C7920ED2BAA8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43" creationId="{5D294AAB-2EB6-49CC-94FF-D7BFFEF3C1E4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44" creationId="{7942F30F-BF91-A3E4-203A-B3CD7E0097BA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45" creationId="{5CA22B01-9BC9-60A4-E411-3F72C8F006F7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51" creationId="{F3F93565-D884-005F-9204-8244AD704E4E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52" creationId="{19098E78-F76D-93BA-A6DD-13C37CC9A215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54" creationId="{96F50428-5433-927A-72DF-017E26F80E3F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55" creationId="{F9BB7D6E-981D-5946-E060-95A5A3DCD32B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56" creationId="{AD0C35BF-95D0-211A-076A-F001C58F4679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61" creationId="{C59201C6-5125-0E1C-C999-11FB133AA529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63" creationId="{136D8CDC-32EA-6971-CDBC-3D8EB396ECBC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64" creationId="{64B4DDDC-E600-B265-D2C5-20B2E411FE17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65" creationId="{7F64E4E9-54F5-B5FA-A050-7E049824E7B8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66" creationId="{96B915B2-ECBA-CC48-4B51-F26B32B88AE0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67" creationId="{44840A0A-C85C-9A07-53EC-CE7DF8B189FC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72" creationId="{055665BD-D43D-DCCE-B33E-13AA88DB9841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74" creationId="{E78286AD-05F2-BDF1-190E-E59B91D19E73}"/>
          </ac:spMkLst>
        </pc:spChg>
        <pc:spChg chg="mod">
          <ac:chgData name="panwanke" userId="2eea59ba-b83b-4a63-b222-cef7f900ec6d" providerId="ADAL" clId="{9529A2F3-7C2E-4D7C-BE68-F9282F62F7CA}" dt="2022-06-25T12:19:17.060" v="1969" actId="2711"/>
          <ac:spMkLst>
            <pc:docMk/>
            <pc:sldMk cId="3711583009" sldId="352"/>
            <ac:spMk id="75" creationId="{A48FB0D6-D022-B9ED-5FCA-DC256BD57F7A}"/>
          </ac:spMkLst>
        </pc:spChg>
        <pc:grpChg chg="add mod">
          <ac:chgData name="panwanke" userId="2eea59ba-b83b-4a63-b222-cef7f900ec6d" providerId="ADAL" clId="{9529A2F3-7C2E-4D7C-BE68-F9282F62F7CA}" dt="2022-06-25T12:20:13.726" v="1981" actId="1036"/>
          <ac:grpSpMkLst>
            <pc:docMk/>
            <pc:sldMk cId="3711583009" sldId="352"/>
            <ac:grpSpMk id="2" creationId="{D7C2A0AF-A62D-778D-8148-272F9EB14A2A}"/>
          </ac:grpSpMkLst>
        </pc:grpChg>
        <pc:grpChg chg="mod">
          <ac:chgData name="panwanke" userId="2eea59ba-b83b-4a63-b222-cef7f900ec6d" providerId="ADAL" clId="{9529A2F3-7C2E-4D7C-BE68-F9282F62F7CA}" dt="2022-06-25T12:19:01.902" v="1967"/>
          <ac:grpSpMkLst>
            <pc:docMk/>
            <pc:sldMk cId="3711583009" sldId="352"/>
            <ac:grpSpMk id="3" creationId="{FEC6CAC7-7D4E-9196-2167-0D5006FEDE7E}"/>
          </ac:grpSpMkLst>
        </pc:grpChg>
        <pc:grpChg chg="add del mod">
          <ac:chgData name="panwanke" userId="2eea59ba-b83b-4a63-b222-cef7f900ec6d" providerId="ADAL" clId="{9529A2F3-7C2E-4D7C-BE68-F9282F62F7CA}" dt="2022-06-25T12:20:30.785" v="1984" actId="478"/>
          <ac:grpSpMkLst>
            <pc:docMk/>
            <pc:sldMk cId="3711583009" sldId="352"/>
            <ac:grpSpMk id="24" creationId="{88494996-C282-742E-267A-86AA7DD25502}"/>
          </ac:grpSpMkLst>
        </pc:grpChg>
        <pc:grpChg chg="mod">
          <ac:chgData name="panwanke" userId="2eea59ba-b83b-4a63-b222-cef7f900ec6d" providerId="ADAL" clId="{9529A2F3-7C2E-4D7C-BE68-F9282F62F7CA}" dt="2022-06-25T12:19:01.902" v="1967"/>
          <ac:grpSpMkLst>
            <pc:docMk/>
            <pc:sldMk cId="3711583009" sldId="352"/>
            <ac:grpSpMk id="26" creationId="{DB2FA484-67BF-20BD-3F54-AC1E1A2743E6}"/>
          </ac:grpSpMkLst>
        </pc:grpChg>
        <pc:grpChg chg="add del mod">
          <ac:chgData name="panwanke" userId="2eea59ba-b83b-4a63-b222-cef7f900ec6d" providerId="ADAL" clId="{9529A2F3-7C2E-4D7C-BE68-F9282F62F7CA}" dt="2022-06-25T12:20:30.785" v="1984" actId="478"/>
          <ac:grpSpMkLst>
            <pc:docMk/>
            <pc:sldMk cId="3711583009" sldId="352"/>
            <ac:grpSpMk id="38" creationId="{37C3DB10-1C89-290F-EA6E-155CBA2F033A}"/>
          </ac:grpSpMkLst>
        </pc:grpChg>
        <pc:grpChg chg="mod">
          <ac:chgData name="panwanke" userId="2eea59ba-b83b-4a63-b222-cef7f900ec6d" providerId="ADAL" clId="{9529A2F3-7C2E-4D7C-BE68-F9282F62F7CA}" dt="2022-06-25T12:19:01.902" v="1967"/>
          <ac:grpSpMkLst>
            <pc:docMk/>
            <pc:sldMk cId="3711583009" sldId="352"/>
            <ac:grpSpMk id="40" creationId="{86CFDB8D-6FCB-2F7E-F0CE-8A13A70891A7}"/>
          </ac:grpSpMkLst>
        </pc:grpChg>
        <pc:grpChg chg="add del mod">
          <ac:chgData name="panwanke" userId="2eea59ba-b83b-4a63-b222-cef7f900ec6d" providerId="ADAL" clId="{9529A2F3-7C2E-4D7C-BE68-F9282F62F7CA}" dt="2022-06-25T12:20:30.785" v="1984" actId="478"/>
          <ac:grpSpMkLst>
            <pc:docMk/>
            <pc:sldMk cId="3711583009" sldId="352"/>
            <ac:grpSpMk id="60" creationId="{3F0D99A9-19CE-4C83-991B-1FDCB58A7C91}"/>
          </ac:grpSpMkLst>
        </pc:grpChg>
        <pc:grpChg chg="mod">
          <ac:chgData name="panwanke" userId="2eea59ba-b83b-4a63-b222-cef7f900ec6d" providerId="ADAL" clId="{9529A2F3-7C2E-4D7C-BE68-F9282F62F7CA}" dt="2022-06-25T12:19:01.902" v="1967"/>
          <ac:grpSpMkLst>
            <pc:docMk/>
            <pc:sldMk cId="3711583009" sldId="352"/>
            <ac:grpSpMk id="62" creationId="{2EE1C2DF-77C5-9A83-964E-D32A41C694F2}"/>
          </ac:grpSpMkLst>
        </pc:grpChg>
        <pc:graphicFrameChg chg="del">
          <ac:chgData name="panwanke" userId="2eea59ba-b83b-4a63-b222-cef7f900ec6d" providerId="ADAL" clId="{9529A2F3-7C2E-4D7C-BE68-F9282F62F7CA}" dt="2022-06-25T12:18:56.776" v="1966" actId="478"/>
          <ac:graphicFrameMkLst>
            <pc:docMk/>
            <pc:sldMk cId="3711583009" sldId="352"/>
            <ac:graphicFrameMk id="19" creationId="{DFF74C5D-C1C8-A126-5081-99C83DA409F8}"/>
          </ac:graphicFrameMkLst>
        </pc:graphicFrameChg>
        <pc:cxnChg chg="mod">
          <ac:chgData name="panwanke" userId="2eea59ba-b83b-4a63-b222-cef7f900ec6d" providerId="ADAL" clId="{9529A2F3-7C2E-4D7C-BE68-F9282F62F7CA}" dt="2022-06-25T12:19:01.902" v="1967"/>
          <ac:cxnSpMkLst>
            <pc:docMk/>
            <pc:sldMk cId="3711583009" sldId="352"/>
            <ac:cxnSpMk id="14" creationId="{4572144F-332E-88A7-C413-AE7F451DE577}"/>
          </ac:cxnSpMkLst>
        </pc:cxnChg>
        <pc:cxnChg chg="mod">
          <ac:chgData name="panwanke" userId="2eea59ba-b83b-4a63-b222-cef7f900ec6d" providerId="ADAL" clId="{9529A2F3-7C2E-4D7C-BE68-F9282F62F7CA}" dt="2022-06-25T12:19:01.902" v="1967"/>
          <ac:cxnSpMkLst>
            <pc:docMk/>
            <pc:sldMk cId="3711583009" sldId="352"/>
            <ac:cxnSpMk id="15" creationId="{FE973084-3014-DB3D-34E2-5825D34D0DE9}"/>
          </ac:cxnSpMkLst>
        </pc:cxnChg>
        <pc:cxnChg chg="mod">
          <ac:chgData name="panwanke" userId="2eea59ba-b83b-4a63-b222-cef7f900ec6d" providerId="ADAL" clId="{9529A2F3-7C2E-4D7C-BE68-F9282F62F7CA}" dt="2022-06-25T12:19:01.902" v="1967"/>
          <ac:cxnSpMkLst>
            <pc:docMk/>
            <pc:sldMk cId="3711583009" sldId="352"/>
            <ac:cxnSpMk id="17" creationId="{9343C95B-0E58-DA98-4703-2E039E69E146}"/>
          </ac:cxnSpMkLst>
        </pc:cxnChg>
        <pc:cxnChg chg="mod">
          <ac:chgData name="panwanke" userId="2eea59ba-b83b-4a63-b222-cef7f900ec6d" providerId="ADAL" clId="{9529A2F3-7C2E-4D7C-BE68-F9282F62F7CA}" dt="2022-06-25T12:19:01.902" v="1967"/>
          <ac:cxnSpMkLst>
            <pc:docMk/>
            <pc:sldMk cId="3711583009" sldId="352"/>
            <ac:cxnSpMk id="18" creationId="{50B3018F-774A-324E-66B3-5FE530D932A5}"/>
          </ac:cxnSpMkLst>
        </pc:cxnChg>
        <pc:cxnChg chg="mod">
          <ac:chgData name="panwanke" userId="2eea59ba-b83b-4a63-b222-cef7f900ec6d" providerId="ADAL" clId="{9529A2F3-7C2E-4D7C-BE68-F9282F62F7CA}" dt="2022-06-25T12:19:01.902" v="1967"/>
          <ac:cxnSpMkLst>
            <pc:docMk/>
            <pc:sldMk cId="3711583009" sldId="352"/>
            <ac:cxnSpMk id="20" creationId="{AC7B1C8B-90CF-6130-085E-65B92DE838CE}"/>
          </ac:cxnSpMkLst>
        </pc:cxnChg>
        <pc:cxnChg chg="mod">
          <ac:chgData name="panwanke" userId="2eea59ba-b83b-4a63-b222-cef7f900ec6d" providerId="ADAL" clId="{9529A2F3-7C2E-4D7C-BE68-F9282F62F7CA}" dt="2022-06-25T12:19:01.902" v="1967"/>
          <ac:cxnSpMkLst>
            <pc:docMk/>
            <pc:sldMk cId="3711583009" sldId="352"/>
            <ac:cxnSpMk id="23" creationId="{4B2B9D50-F71F-C86B-1636-65FAE8749CBE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32" creationId="{AD41052F-3955-71D3-A435-8084A2EDCF39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33" creationId="{65CD4C95-AE3F-09F2-E86A-429C326C843D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34" creationId="{07027128-6389-140A-3EEC-3628CC4F2958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35" creationId="{AAFBFED5-4A3A-C0C1-9D24-1BCB379A0F54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36" creationId="{D8B758EC-FD45-B612-DB9E-EE65E72B5877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46" creationId="{827B0312-441B-4F19-5A7C-7FA2FCC36BBD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47" creationId="{79BA817B-2E23-9AB2-FE77-FA207B82D9E8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48" creationId="{3183105B-ACD8-6843-7DEA-C790744054FF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49" creationId="{9609D43B-7487-3703-D1B7-56ACBABE448F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50" creationId="{3B01E943-3B9C-AFF3-C372-EC8014D0E2AB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53" creationId="{1A517187-29D8-E82A-4DAF-5105029C88D8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57" creationId="{3DA7A39C-BD6B-A54A-B2CE-3097AE7C1527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58" creationId="{B896A6C2-CFBA-CE6B-347C-CD1DD1B86BFF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59" creationId="{F11593DE-55E5-29C8-11A0-F0B98A7F2B71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68" creationId="{99074773-3CAF-D67D-247A-14F26A59FCA7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69" creationId="{CEA18E36-6267-84E3-6624-AE9578892214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70" creationId="{56F2DD66-2C6B-F908-604A-B9475F671636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71" creationId="{5F20B6E8-A32F-57E2-3716-E52FF3037E1D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73" creationId="{50472712-7685-0DD8-E501-7012542DB35E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76" creationId="{C21C9EC0-5623-7B68-C39F-4FBD3DC9E4D0}"/>
          </ac:cxnSpMkLst>
        </pc:cxnChg>
        <pc:cxnChg chg="mod">
          <ac:chgData name="panwanke" userId="2eea59ba-b83b-4a63-b222-cef7f900ec6d" providerId="ADAL" clId="{9529A2F3-7C2E-4D7C-BE68-F9282F62F7CA}" dt="2022-06-25T12:20:30.785" v="1984" actId="478"/>
          <ac:cxnSpMkLst>
            <pc:docMk/>
            <pc:sldMk cId="3711583009" sldId="352"/>
            <ac:cxnSpMk id="77" creationId="{F2F341AC-6565-72EE-3861-0DC711F2D9F6}"/>
          </ac:cxnSpMkLst>
        </pc:cxnChg>
      </pc:sldChg>
      <pc:sldChg chg="addSp delSp modSp add mod ord">
        <pc:chgData name="panwanke" userId="2eea59ba-b83b-4a63-b222-cef7f900ec6d" providerId="ADAL" clId="{9529A2F3-7C2E-4D7C-BE68-F9282F62F7CA}" dt="2022-06-26T15:02:19.130" v="3838" actId="22"/>
        <pc:sldMkLst>
          <pc:docMk/>
          <pc:sldMk cId="3635713128" sldId="353"/>
        </pc:sldMkLst>
        <pc:spChg chg="mod">
          <ac:chgData name="panwanke" userId="2eea59ba-b83b-4a63-b222-cef7f900ec6d" providerId="ADAL" clId="{9529A2F3-7C2E-4D7C-BE68-F9282F62F7CA}" dt="2022-06-25T13:12:14.819" v="2503"/>
          <ac:spMkLst>
            <pc:docMk/>
            <pc:sldMk cId="3635713128" sldId="353"/>
            <ac:spMk id="3" creationId="{A41DE2EA-11FF-5134-5F22-6363D9D86A43}"/>
          </ac:spMkLst>
        </pc:spChg>
        <pc:spChg chg="add mod ord">
          <ac:chgData name="panwanke" userId="2eea59ba-b83b-4a63-b222-cef7f900ec6d" providerId="ADAL" clId="{9529A2F3-7C2E-4D7C-BE68-F9282F62F7CA}" dt="2022-06-25T12:46:41.232" v="2325" actId="14100"/>
          <ac:spMkLst>
            <pc:docMk/>
            <pc:sldMk cId="3635713128" sldId="353"/>
            <ac:spMk id="6" creationId="{DF83EE6A-3817-9CCE-97B2-2AD5A511B4C9}"/>
          </ac:spMkLst>
        </pc:spChg>
        <pc:spChg chg="add">
          <ac:chgData name="panwanke" userId="2eea59ba-b83b-4a63-b222-cef7f900ec6d" providerId="ADAL" clId="{9529A2F3-7C2E-4D7C-BE68-F9282F62F7CA}" dt="2022-06-26T15:02:19.130" v="3838" actId="22"/>
          <ac:spMkLst>
            <pc:docMk/>
            <pc:sldMk cId="3635713128" sldId="353"/>
            <ac:spMk id="8" creationId="{C3675DF7-25FA-975D-FF3C-3719132F695F}"/>
          </ac:spMkLst>
        </pc:spChg>
        <pc:spChg chg="add">
          <ac:chgData name="panwanke" userId="2eea59ba-b83b-4a63-b222-cef7f900ec6d" providerId="ADAL" clId="{9529A2F3-7C2E-4D7C-BE68-F9282F62F7CA}" dt="2022-06-26T15:02:19.130" v="3838" actId="22"/>
          <ac:spMkLst>
            <pc:docMk/>
            <pc:sldMk cId="3635713128" sldId="353"/>
            <ac:spMk id="13" creationId="{E38A0660-B380-D7A2-192E-09B1E732BFD6}"/>
          </ac:spMkLst>
        </pc:spChg>
        <pc:spChg chg="mod">
          <ac:chgData name="panwanke" userId="2eea59ba-b83b-4a63-b222-cef7f900ec6d" providerId="ADAL" clId="{9529A2F3-7C2E-4D7C-BE68-F9282F62F7CA}" dt="2022-06-25T12:40:39.199" v="2298" actId="207"/>
          <ac:spMkLst>
            <pc:docMk/>
            <pc:sldMk cId="3635713128" sldId="353"/>
            <ac:spMk id="29" creationId="{BEFEDC64-8F85-F091-829F-CC70A2244EB3}"/>
          </ac:spMkLst>
        </pc:spChg>
        <pc:spChg chg="mod">
          <ac:chgData name="panwanke" userId="2eea59ba-b83b-4a63-b222-cef7f900ec6d" providerId="ADAL" clId="{9529A2F3-7C2E-4D7C-BE68-F9282F62F7CA}" dt="2022-06-25T12:40:39.199" v="2298" actId="207"/>
          <ac:spMkLst>
            <pc:docMk/>
            <pc:sldMk cId="3635713128" sldId="353"/>
            <ac:spMk id="33" creationId="{63F25510-6594-889F-DB8E-EEABF45C909F}"/>
          </ac:spMkLst>
        </pc:spChg>
        <pc:spChg chg="mod">
          <ac:chgData name="panwanke" userId="2eea59ba-b83b-4a63-b222-cef7f900ec6d" providerId="ADAL" clId="{9529A2F3-7C2E-4D7C-BE68-F9282F62F7CA}" dt="2022-06-25T12:40:39.199" v="2298" actId="207"/>
          <ac:spMkLst>
            <pc:docMk/>
            <pc:sldMk cId="3635713128" sldId="353"/>
            <ac:spMk id="34" creationId="{4016C6AF-2AA7-BD28-2C40-C466B57F6C87}"/>
          </ac:spMkLst>
        </pc:spChg>
        <pc:spChg chg="mod">
          <ac:chgData name="panwanke" userId="2eea59ba-b83b-4a63-b222-cef7f900ec6d" providerId="ADAL" clId="{9529A2F3-7C2E-4D7C-BE68-F9282F62F7CA}" dt="2022-06-25T12:40:39.199" v="2298" actId="207"/>
          <ac:spMkLst>
            <pc:docMk/>
            <pc:sldMk cId="3635713128" sldId="353"/>
            <ac:spMk id="35" creationId="{02B4F071-9475-866A-6F29-D07FD34F02FB}"/>
          </ac:spMkLst>
        </pc:spChg>
        <pc:spChg chg="mod">
          <ac:chgData name="panwanke" userId="2eea59ba-b83b-4a63-b222-cef7f900ec6d" providerId="ADAL" clId="{9529A2F3-7C2E-4D7C-BE68-F9282F62F7CA}" dt="2022-06-25T12:40:39.199" v="2298" actId="207"/>
          <ac:spMkLst>
            <pc:docMk/>
            <pc:sldMk cId="3635713128" sldId="353"/>
            <ac:spMk id="36" creationId="{2B22DCE1-BF01-801C-97F0-E703BB67766D}"/>
          </ac:spMkLst>
        </pc:spChg>
        <pc:spChg chg="add">
          <ac:chgData name="panwanke" userId="2eea59ba-b83b-4a63-b222-cef7f900ec6d" providerId="ADAL" clId="{9529A2F3-7C2E-4D7C-BE68-F9282F62F7CA}" dt="2022-06-26T15:02:19.130" v="3838" actId="22"/>
          <ac:spMkLst>
            <pc:docMk/>
            <pc:sldMk cId="3635713128" sldId="353"/>
            <ac:spMk id="44" creationId="{15EEC27A-2EC6-B2C4-6320-FAC2B8CE5F81}"/>
          </ac:spMkLst>
        </pc:spChg>
        <pc:spChg chg="add">
          <ac:chgData name="panwanke" userId="2eea59ba-b83b-4a63-b222-cef7f900ec6d" providerId="ADAL" clId="{9529A2F3-7C2E-4D7C-BE68-F9282F62F7CA}" dt="2022-06-26T15:02:19.130" v="3838" actId="22"/>
          <ac:spMkLst>
            <pc:docMk/>
            <pc:sldMk cId="3635713128" sldId="353"/>
            <ac:spMk id="46" creationId="{12A5B969-FA02-FA8C-DD5D-FD4515942E5F}"/>
          </ac:spMkLst>
        </pc:spChg>
        <pc:spChg chg="add">
          <ac:chgData name="panwanke" userId="2eea59ba-b83b-4a63-b222-cef7f900ec6d" providerId="ADAL" clId="{9529A2F3-7C2E-4D7C-BE68-F9282F62F7CA}" dt="2022-06-26T15:02:19.130" v="3838" actId="22"/>
          <ac:spMkLst>
            <pc:docMk/>
            <pc:sldMk cId="3635713128" sldId="353"/>
            <ac:spMk id="48" creationId="{22801CD6-466E-7BCB-7EFF-146DA08AC0F4}"/>
          </ac:spMkLst>
        </pc:spChg>
        <pc:grpChg chg="mod ord">
          <ac:chgData name="panwanke" userId="2eea59ba-b83b-4a63-b222-cef7f900ec6d" providerId="ADAL" clId="{9529A2F3-7C2E-4D7C-BE68-F9282F62F7CA}" dt="2022-06-25T12:41:13.096" v="2302" actId="1076"/>
          <ac:grpSpMkLst>
            <pc:docMk/>
            <pc:sldMk cId="3635713128" sldId="353"/>
            <ac:grpSpMk id="26" creationId="{BD47ED57-A0A4-AC70-29C5-72E9852FF669}"/>
          </ac:grpSpMkLst>
        </pc:grpChg>
        <pc:grpChg chg="add del">
          <ac:chgData name="panwanke" userId="2eea59ba-b83b-4a63-b222-cef7f900ec6d" providerId="ADAL" clId="{9529A2F3-7C2E-4D7C-BE68-F9282F62F7CA}" dt="2022-06-25T12:40:13.462" v="2292" actId="478"/>
          <ac:grpSpMkLst>
            <pc:docMk/>
            <pc:sldMk cId="3635713128" sldId="353"/>
            <ac:grpSpMk id="37" creationId="{EB6636F6-D9E1-3BD6-8500-53EF75D9A8B6}"/>
          </ac:grpSpMkLst>
        </pc:grpChg>
        <pc:cxnChg chg="mod">
          <ac:chgData name="panwanke" userId="2eea59ba-b83b-4a63-b222-cef7f900ec6d" providerId="ADAL" clId="{9529A2F3-7C2E-4D7C-BE68-F9282F62F7CA}" dt="2022-06-25T12:40:39.199" v="2298" actId="207"/>
          <ac:cxnSpMkLst>
            <pc:docMk/>
            <pc:sldMk cId="3635713128" sldId="353"/>
            <ac:cxnSpMk id="30" creationId="{BA71162C-18DF-110B-AC7D-5545D250C51C}"/>
          </ac:cxnSpMkLst>
        </pc:cxnChg>
      </pc:sldChg>
      <pc:sldChg chg="add del">
        <pc:chgData name="panwanke" userId="2eea59ba-b83b-4a63-b222-cef7f900ec6d" providerId="ADAL" clId="{9529A2F3-7C2E-4D7C-BE68-F9282F62F7CA}" dt="2022-06-25T12:20:46.279" v="1985" actId="47"/>
        <pc:sldMkLst>
          <pc:docMk/>
          <pc:sldMk cId="3796201294" sldId="353"/>
        </pc:sldMkLst>
      </pc:sldChg>
      <pc:sldChg chg="addSp delSp modSp add mod ord">
        <pc:chgData name="panwanke" userId="2eea59ba-b83b-4a63-b222-cef7f900ec6d" providerId="ADAL" clId="{9529A2F3-7C2E-4D7C-BE68-F9282F62F7CA}" dt="2022-06-26T15:02:18.401" v="3837" actId="22"/>
        <pc:sldMkLst>
          <pc:docMk/>
          <pc:sldMk cId="104722219" sldId="354"/>
        </pc:sldMkLst>
        <pc:spChg chg="mod">
          <ac:chgData name="panwanke" userId="2eea59ba-b83b-4a63-b222-cef7f900ec6d" providerId="ADAL" clId="{9529A2F3-7C2E-4D7C-BE68-F9282F62F7CA}" dt="2022-06-25T13:12:18.570" v="2504"/>
          <ac:spMkLst>
            <pc:docMk/>
            <pc:sldMk cId="104722219" sldId="354"/>
            <ac:spMk id="3" creationId="{A41DE2EA-11FF-5134-5F22-6363D9D86A43}"/>
          </ac:spMkLst>
        </pc:spChg>
        <pc:spChg chg="add del mod">
          <ac:chgData name="panwanke" userId="2eea59ba-b83b-4a63-b222-cef7f900ec6d" providerId="ADAL" clId="{9529A2F3-7C2E-4D7C-BE68-F9282F62F7CA}" dt="2022-06-25T12:47:04.431" v="2326" actId="478"/>
          <ac:spMkLst>
            <pc:docMk/>
            <pc:sldMk cId="104722219" sldId="354"/>
            <ac:spMk id="4" creationId="{FE0D4E13-1CE3-6574-B76C-F4DC0F1E00DB}"/>
          </ac:spMkLst>
        </pc:spChg>
        <pc:spChg chg="add">
          <ac:chgData name="panwanke" userId="2eea59ba-b83b-4a63-b222-cef7f900ec6d" providerId="ADAL" clId="{9529A2F3-7C2E-4D7C-BE68-F9282F62F7CA}" dt="2022-06-26T15:02:18.401" v="3837" actId="22"/>
          <ac:spMkLst>
            <pc:docMk/>
            <pc:sldMk cId="104722219" sldId="354"/>
            <ac:spMk id="6" creationId="{E19E800B-329B-C635-B44E-0DF08495B4A4}"/>
          </ac:spMkLst>
        </pc:spChg>
        <pc:spChg chg="add mod">
          <ac:chgData name="panwanke" userId="2eea59ba-b83b-4a63-b222-cef7f900ec6d" providerId="ADAL" clId="{9529A2F3-7C2E-4D7C-BE68-F9282F62F7CA}" dt="2022-06-25T12:47:18.978" v="2328" actId="1076"/>
          <ac:spMkLst>
            <pc:docMk/>
            <pc:sldMk cId="104722219" sldId="354"/>
            <ac:spMk id="8" creationId="{1ECDC528-C6CA-6A68-BE3B-E1314B643EDB}"/>
          </ac:spMkLst>
        </pc:spChg>
        <pc:spChg chg="add">
          <ac:chgData name="panwanke" userId="2eea59ba-b83b-4a63-b222-cef7f900ec6d" providerId="ADAL" clId="{9529A2F3-7C2E-4D7C-BE68-F9282F62F7CA}" dt="2022-06-26T15:02:18.401" v="3837" actId="22"/>
          <ac:spMkLst>
            <pc:docMk/>
            <pc:sldMk cId="104722219" sldId="354"/>
            <ac:spMk id="13" creationId="{53CFCCE4-3473-59D8-DD36-45CD997F6C1B}"/>
          </ac:spMkLst>
        </pc:spChg>
        <pc:spChg chg="add">
          <ac:chgData name="panwanke" userId="2eea59ba-b83b-4a63-b222-cef7f900ec6d" providerId="ADAL" clId="{9529A2F3-7C2E-4D7C-BE68-F9282F62F7CA}" dt="2022-06-26T15:02:18.401" v="3837" actId="22"/>
          <ac:spMkLst>
            <pc:docMk/>
            <pc:sldMk cId="104722219" sldId="354"/>
            <ac:spMk id="44" creationId="{58FA16CE-ED1F-2B6C-6785-94B59F90ABF7}"/>
          </ac:spMkLst>
        </pc:spChg>
        <pc:spChg chg="add">
          <ac:chgData name="panwanke" userId="2eea59ba-b83b-4a63-b222-cef7f900ec6d" providerId="ADAL" clId="{9529A2F3-7C2E-4D7C-BE68-F9282F62F7CA}" dt="2022-06-26T15:02:18.401" v="3837" actId="22"/>
          <ac:spMkLst>
            <pc:docMk/>
            <pc:sldMk cId="104722219" sldId="354"/>
            <ac:spMk id="46" creationId="{C41DAB79-CAA7-A59D-8790-89DD6D80DDE6}"/>
          </ac:spMkLst>
        </pc:spChg>
        <pc:spChg chg="add">
          <ac:chgData name="panwanke" userId="2eea59ba-b83b-4a63-b222-cef7f900ec6d" providerId="ADAL" clId="{9529A2F3-7C2E-4D7C-BE68-F9282F62F7CA}" dt="2022-06-26T15:02:18.401" v="3837" actId="22"/>
          <ac:spMkLst>
            <pc:docMk/>
            <pc:sldMk cId="104722219" sldId="354"/>
            <ac:spMk id="48" creationId="{BAA8628D-730F-2613-A0F1-2F15D1076375}"/>
          </ac:spMkLst>
        </pc:spChg>
        <pc:grpChg chg="mod">
          <ac:chgData name="panwanke" userId="2eea59ba-b83b-4a63-b222-cef7f900ec6d" providerId="ADAL" clId="{9529A2F3-7C2E-4D7C-BE68-F9282F62F7CA}" dt="2022-06-25T12:41:33.575" v="2306" actId="1076"/>
          <ac:grpSpMkLst>
            <pc:docMk/>
            <pc:sldMk cId="104722219" sldId="354"/>
            <ac:grpSpMk id="37" creationId="{EB6636F6-D9E1-3BD6-8500-53EF75D9A8B6}"/>
          </ac:grpSpMkLst>
        </pc:grpChg>
      </pc:sldChg>
      <pc:sldChg chg="add del">
        <pc:chgData name="panwanke" userId="2eea59ba-b83b-4a63-b222-cef7f900ec6d" providerId="ADAL" clId="{9529A2F3-7C2E-4D7C-BE68-F9282F62F7CA}" dt="2022-06-25T12:20:46.279" v="1985" actId="47"/>
        <pc:sldMkLst>
          <pc:docMk/>
          <pc:sldMk cId="2386901020" sldId="354"/>
        </pc:sldMkLst>
      </pc:sldChg>
      <pc:sldChg chg="add del">
        <pc:chgData name="panwanke" userId="2eea59ba-b83b-4a63-b222-cef7f900ec6d" providerId="ADAL" clId="{9529A2F3-7C2E-4D7C-BE68-F9282F62F7CA}" dt="2022-06-25T13:13:32.960" v="2564" actId="47"/>
        <pc:sldMkLst>
          <pc:docMk/>
          <pc:sldMk cId="3210963573" sldId="355"/>
        </pc:sldMkLst>
      </pc:sldChg>
      <pc:sldChg chg="addSp delSp modSp add mod modNotesTx">
        <pc:chgData name="panwanke" userId="2eea59ba-b83b-4a63-b222-cef7f900ec6d" providerId="ADAL" clId="{9529A2F3-7C2E-4D7C-BE68-F9282F62F7CA}" dt="2022-06-27T15:27:43.014" v="10482" actId="20577"/>
        <pc:sldMkLst>
          <pc:docMk/>
          <pc:sldMk cId="4187872763" sldId="355"/>
        </pc:sldMkLst>
        <pc:spChg chg="add mod">
          <ac:chgData name="panwanke" userId="2eea59ba-b83b-4a63-b222-cef7f900ec6d" providerId="ADAL" clId="{9529A2F3-7C2E-4D7C-BE68-F9282F62F7CA}" dt="2022-06-26T15:01:51.546" v="3828" actId="14100"/>
          <ac:spMkLst>
            <pc:docMk/>
            <pc:sldMk cId="4187872763" sldId="355"/>
            <ac:spMk id="9" creationId="{8D86E78A-7C49-8184-5D47-0D8FA56366C0}"/>
          </ac:spMkLst>
        </pc:spChg>
        <pc:spChg chg="add">
          <ac:chgData name="panwanke" userId="2eea59ba-b83b-4a63-b222-cef7f900ec6d" providerId="ADAL" clId="{9529A2F3-7C2E-4D7C-BE68-F9282F62F7CA}" dt="2022-06-26T15:01:39.825" v="3827" actId="22"/>
          <ac:spMkLst>
            <pc:docMk/>
            <pc:sldMk cId="4187872763" sldId="355"/>
            <ac:spMk id="30" creationId="{E655FD43-2567-9C5B-FB93-1ED3FBB7721E}"/>
          </ac:spMkLst>
        </pc:spChg>
        <pc:spChg chg="add">
          <ac:chgData name="panwanke" userId="2eea59ba-b83b-4a63-b222-cef7f900ec6d" providerId="ADAL" clId="{9529A2F3-7C2E-4D7C-BE68-F9282F62F7CA}" dt="2022-06-26T15:01:39.825" v="3827" actId="22"/>
          <ac:spMkLst>
            <pc:docMk/>
            <pc:sldMk cId="4187872763" sldId="355"/>
            <ac:spMk id="38" creationId="{5D68E96D-7CC2-2007-E73F-6B3278EAA9D3}"/>
          </ac:spMkLst>
        </pc:spChg>
        <pc:spChg chg="add">
          <ac:chgData name="panwanke" userId="2eea59ba-b83b-4a63-b222-cef7f900ec6d" providerId="ADAL" clId="{9529A2F3-7C2E-4D7C-BE68-F9282F62F7CA}" dt="2022-06-26T15:01:39.825" v="3827" actId="22"/>
          <ac:spMkLst>
            <pc:docMk/>
            <pc:sldMk cId="4187872763" sldId="355"/>
            <ac:spMk id="42" creationId="{81E7E9ED-DFA1-1DA0-ACDE-ECB3520DFA16}"/>
          </ac:spMkLst>
        </pc:spChg>
        <pc:spChg chg="add">
          <ac:chgData name="panwanke" userId="2eea59ba-b83b-4a63-b222-cef7f900ec6d" providerId="ADAL" clId="{9529A2F3-7C2E-4D7C-BE68-F9282F62F7CA}" dt="2022-06-26T15:01:39.825" v="3827" actId="22"/>
          <ac:spMkLst>
            <pc:docMk/>
            <pc:sldMk cId="4187872763" sldId="355"/>
            <ac:spMk id="45" creationId="{87F65FC0-D52B-2FF8-428F-E62F1C67984A}"/>
          </ac:spMkLst>
        </pc:spChg>
        <pc:spChg chg="add del">
          <ac:chgData name="panwanke" userId="2eea59ba-b83b-4a63-b222-cef7f900ec6d" providerId="ADAL" clId="{9529A2F3-7C2E-4D7C-BE68-F9282F62F7CA}" dt="2022-06-26T15:01:53.735" v="3829" actId="478"/>
          <ac:spMkLst>
            <pc:docMk/>
            <pc:sldMk cId="4187872763" sldId="355"/>
            <ac:spMk id="48" creationId="{141ADFD3-38CF-1A49-686D-DC0B2C7A3499}"/>
          </ac:spMkLst>
        </pc:spChg>
      </pc:sldChg>
      <pc:sldChg chg="addSp delSp modSp add mod modNotesTx">
        <pc:chgData name="panwanke" userId="2eea59ba-b83b-4a63-b222-cef7f900ec6d" providerId="ADAL" clId="{9529A2F3-7C2E-4D7C-BE68-F9282F62F7CA}" dt="2022-06-28T15:14:51.102" v="10783" actId="20577"/>
        <pc:sldMkLst>
          <pc:docMk/>
          <pc:sldMk cId="3978968773" sldId="356"/>
        </pc:sldMkLst>
        <pc:spChg chg="add mod">
          <ac:chgData name="panwanke" userId="2eea59ba-b83b-4a63-b222-cef7f900ec6d" providerId="ADAL" clId="{9529A2F3-7C2E-4D7C-BE68-F9282F62F7CA}" dt="2022-06-26T15:01:27.633" v="3824" actId="14100"/>
          <ac:spMkLst>
            <pc:docMk/>
            <pc:sldMk cId="3978968773" sldId="356"/>
            <ac:spMk id="4" creationId="{96AD88AA-9E10-09A7-B63C-B58E7E2DA638}"/>
          </ac:spMkLst>
        </pc:spChg>
        <pc:spChg chg="del">
          <ac:chgData name="panwanke" userId="2eea59ba-b83b-4a63-b222-cef7f900ec6d" providerId="ADAL" clId="{9529A2F3-7C2E-4D7C-BE68-F9282F62F7CA}" dt="2022-06-25T13:16:37.497" v="2607" actId="478"/>
          <ac:spMkLst>
            <pc:docMk/>
            <pc:sldMk cId="3978968773" sldId="356"/>
            <ac:spMk id="4" creationId="{E4FDB5A4-C30D-4425-BB5F-3BBF7F547CB0}"/>
          </ac:spMkLst>
        </pc:spChg>
        <pc:spChg chg="add">
          <ac:chgData name="panwanke" userId="2eea59ba-b83b-4a63-b222-cef7f900ec6d" providerId="ADAL" clId="{9529A2F3-7C2E-4D7C-BE68-F9282F62F7CA}" dt="2022-06-26T15:01:15.790" v="3822" actId="22"/>
          <ac:spMkLst>
            <pc:docMk/>
            <pc:sldMk cId="3978968773" sldId="356"/>
            <ac:spMk id="7" creationId="{1AF7B029-F46D-A5AA-C009-A808A03DB323}"/>
          </ac:spMkLst>
        </pc:spChg>
        <pc:spChg chg="add mod">
          <ac:chgData name="panwanke" userId="2eea59ba-b83b-4a63-b222-cef7f900ec6d" providerId="ADAL" clId="{9529A2F3-7C2E-4D7C-BE68-F9282F62F7CA}" dt="2022-06-25T13:17:38.093" v="2624" actId="1076"/>
          <ac:spMkLst>
            <pc:docMk/>
            <pc:sldMk cId="3978968773" sldId="356"/>
            <ac:spMk id="8" creationId="{204DD158-83E1-2772-008E-E9BE1AFEBBED}"/>
          </ac:spMkLst>
        </pc:spChg>
        <pc:spChg chg="add">
          <ac:chgData name="panwanke" userId="2eea59ba-b83b-4a63-b222-cef7f900ec6d" providerId="ADAL" clId="{9529A2F3-7C2E-4D7C-BE68-F9282F62F7CA}" dt="2022-06-26T15:01:15.790" v="3822" actId="22"/>
          <ac:spMkLst>
            <pc:docMk/>
            <pc:sldMk cId="3978968773" sldId="356"/>
            <ac:spMk id="11" creationId="{49AD8489-F539-1C16-BE3C-0FB5E5E8D557}"/>
          </ac:spMkLst>
        </pc:spChg>
        <pc:spChg chg="add">
          <ac:chgData name="panwanke" userId="2eea59ba-b83b-4a63-b222-cef7f900ec6d" providerId="ADAL" clId="{9529A2F3-7C2E-4D7C-BE68-F9282F62F7CA}" dt="2022-06-26T15:01:15.790" v="3822" actId="22"/>
          <ac:spMkLst>
            <pc:docMk/>
            <pc:sldMk cId="3978968773" sldId="356"/>
            <ac:spMk id="13" creationId="{552E9BBB-17C2-A424-704D-574EC955B6CA}"/>
          </ac:spMkLst>
        </pc:spChg>
        <pc:spChg chg="del">
          <ac:chgData name="panwanke" userId="2eea59ba-b83b-4a63-b222-cef7f900ec6d" providerId="ADAL" clId="{9529A2F3-7C2E-4D7C-BE68-F9282F62F7CA}" dt="2022-06-25T13:16:41.359" v="2611" actId="478"/>
          <ac:spMkLst>
            <pc:docMk/>
            <pc:sldMk cId="3978968773" sldId="356"/>
            <ac:spMk id="13" creationId="{AD103CEC-01C2-4546-A5CD-790035777BAA}"/>
          </ac:spMkLst>
        </pc:spChg>
        <pc:spChg chg="add">
          <ac:chgData name="panwanke" userId="2eea59ba-b83b-4a63-b222-cef7f900ec6d" providerId="ADAL" clId="{9529A2F3-7C2E-4D7C-BE68-F9282F62F7CA}" dt="2022-06-26T15:01:15.790" v="3822" actId="22"/>
          <ac:spMkLst>
            <pc:docMk/>
            <pc:sldMk cId="3978968773" sldId="356"/>
            <ac:spMk id="15" creationId="{31F5D0E5-292E-BB77-58B1-5DE6D9B1E335}"/>
          </ac:spMkLst>
        </pc:spChg>
        <pc:spChg chg="add">
          <ac:chgData name="panwanke" userId="2eea59ba-b83b-4a63-b222-cef7f900ec6d" providerId="ADAL" clId="{9529A2F3-7C2E-4D7C-BE68-F9282F62F7CA}" dt="2022-06-26T15:01:15.790" v="3822" actId="22"/>
          <ac:spMkLst>
            <pc:docMk/>
            <pc:sldMk cId="3978968773" sldId="356"/>
            <ac:spMk id="17" creationId="{F2E70306-895E-C362-C720-15ADF11CEE43}"/>
          </ac:spMkLst>
        </pc:spChg>
        <pc:spChg chg="add del">
          <ac:chgData name="panwanke" userId="2eea59ba-b83b-4a63-b222-cef7f900ec6d" providerId="ADAL" clId="{9529A2F3-7C2E-4D7C-BE68-F9282F62F7CA}" dt="2022-06-26T15:01:23.243" v="3823" actId="478"/>
          <ac:spMkLst>
            <pc:docMk/>
            <pc:sldMk cId="3978968773" sldId="356"/>
            <ac:spMk id="19" creationId="{23E53036-FECC-DF26-104D-37167FA0081F}"/>
          </ac:spMkLst>
        </pc:spChg>
        <pc:picChg chg="add mod">
          <ac:chgData name="panwanke" userId="2eea59ba-b83b-4a63-b222-cef7f900ec6d" providerId="ADAL" clId="{9529A2F3-7C2E-4D7C-BE68-F9282F62F7CA}" dt="2022-06-25T13:17:44.203" v="2626" actId="1076"/>
          <ac:picMkLst>
            <pc:docMk/>
            <pc:sldMk cId="3978968773" sldId="356"/>
            <ac:picMk id="6" creationId="{25B3463D-5861-E988-8E9B-B6E5E454D760}"/>
          </ac:picMkLst>
        </pc:picChg>
        <pc:picChg chg="del">
          <ac:chgData name="panwanke" userId="2eea59ba-b83b-4a63-b222-cef7f900ec6d" providerId="ADAL" clId="{9529A2F3-7C2E-4D7C-BE68-F9282F62F7CA}" dt="2022-06-25T13:16:39.380" v="2609" actId="478"/>
          <ac:picMkLst>
            <pc:docMk/>
            <pc:sldMk cId="3978968773" sldId="356"/>
            <ac:picMk id="11" creationId="{EA8A7AAB-2A28-4EC1-98CC-0745309BC91C}"/>
          </ac:picMkLst>
        </pc:picChg>
        <pc:picChg chg="del">
          <ac:chgData name="panwanke" userId="2eea59ba-b83b-4a63-b222-cef7f900ec6d" providerId="ADAL" clId="{9529A2F3-7C2E-4D7C-BE68-F9282F62F7CA}" dt="2022-06-25T13:16:39.869" v="2610" actId="478"/>
          <ac:picMkLst>
            <pc:docMk/>
            <pc:sldMk cId="3978968773" sldId="356"/>
            <ac:picMk id="5122" creationId="{8A2B360D-B94F-4590-8338-B447740337CF}"/>
          </ac:picMkLst>
        </pc:picChg>
        <pc:cxnChg chg="del">
          <ac:chgData name="panwanke" userId="2eea59ba-b83b-4a63-b222-cef7f900ec6d" providerId="ADAL" clId="{9529A2F3-7C2E-4D7C-BE68-F9282F62F7CA}" dt="2022-06-25T13:16:38.954" v="2608" actId="478"/>
          <ac:cxnSpMkLst>
            <pc:docMk/>
            <pc:sldMk cId="3978968773" sldId="356"/>
            <ac:cxnSpMk id="5" creationId="{6FD81F64-A4BD-4241-A358-AC71F804FACC}"/>
          </ac:cxnSpMkLst>
        </pc:cxnChg>
        <pc:cxnChg chg="add mod">
          <ac:chgData name="panwanke" userId="2eea59ba-b83b-4a63-b222-cef7f900ec6d" providerId="ADAL" clId="{9529A2F3-7C2E-4D7C-BE68-F9282F62F7CA}" dt="2022-06-25T13:17:29.549" v="2617" actId="22"/>
          <ac:cxnSpMkLst>
            <pc:docMk/>
            <pc:sldMk cId="3978968773" sldId="356"/>
            <ac:cxnSpMk id="10" creationId="{804ADFBC-02A9-DBFD-D82E-CDD11BE7C59D}"/>
          </ac:cxnSpMkLst>
        </pc:cxnChg>
      </pc:sldChg>
      <pc:sldChg chg="addSp delSp modSp add mod ord">
        <pc:chgData name="panwanke" userId="2eea59ba-b83b-4a63-b222-cef7f900ec6d" providerId="ADAL" clId="{9529A2F3-7C2E-4D7C-BE68-F9282F62F7CA}" dt="2022-06-27T15:34:20.697" v="10776"/>
        <pc:sldMkLst>
          <pc:docMk/>
          <pc:sldMk cId="2657740475" sldId="357"/>
        </pc:sldMkLst>
        <pc:spChg chg="add del">
          <ac:chgData name="panwanke" userId="2eea59ba-b83b-4a63-b222-cef7f900ec6d" providerId="ADAL" clId="{9529A2F3-7C2E-4D7C-BE68-F9282F62F7CA}" dt="2022-06-26T09:53:55.597" v="2840"/>
          <ac:spMkLst>
            <pc:docMk/>
            <pc:sldMk cId="2657740475" sldId="357"/>
            <ac:spMk id="3" creationId="{CC9B3383-33B8-F42F-C6A8-B8E553C8ACD6}"/>
          </ac:spMkLst>
        </pc:spChg>
        <pc:spChg chg="del mod">
          <ac:chgData name="panwanke" userId="2eea59ba-b83b-4a63-b222-cef7f900ec6d" providerId="ADAL" clId="{9529A2F3-7C2E-4D7C-BE68-F9282F62F7CA}" dt="2022-06-26T13:38:17.177" v="3023" actId="478"/>
          <ac:spMkLst>
            <pc:docMk/>
            <pc:sldMk cId="2657740475" sldId="357"/>
            <ac:spMk id="4" creationId="{E4FDB5A4-C30D-4425-BB5F-3BBF7F547CB0}"/>
          </ac:spMkLst>
        </pc:spChg>
        <pc:spChg chg="add del mod">
          <ac:chgData name="panwanke" userId="2eea59ba-b83b-4a63-b222-cef7f900ec6d" providerId="ADAL" clId="{9529A2F3-7C2E-4D7C-BE68-F9282F62F7CA}" dt="2022-06-26T13:38:17.177" v="3023" actId="478"/>
          <ac:spMkLst>
            <pc:docMk/>
            <pc:sldMk cId="2657740475" sldId="357"/>
            <ac:spMk id="8" creationId="{C362B60D-1E66-11CE-D80B-0EE7D276D279}"/>
          </ac:spMkLst>
        </pc:spChg>
        <pc:spChg chg="add del">
          <ac:chgData name="panwanke" userId="2eea59ba-b83b-4a63-b222-cef7f900ec6d" providerId="ADAL" clId="{9529A2F3-7C2E-4D7C-BE68-F9282F62F7CA}" dt="2022-06-26T13:40:47.574" v="3106" actId="478"/>
          <ac:spMkLst>
            <pc:docMk/>
            <pc:sldMk cId="2657740475" sldId="357"/>
            <ac:spMk id="10" creationId="{61366F82-A57D-2FFD-6536-EAD4DC49CA8A}"/>
          </ac:spMkLst>
        </pc:spChg>
        <pc:spChg chg="add del">
          <ac:chgData name="panwanke" userId="2eea59ba-b83b-4a63-b222-cef7f900ec6d" providerId="ADAL" clId="{9529A2F3-7C2E-4D7C-BE68-F9282F62F7CA}" dt="2022-06-26T13:39:41.219" v="3067" actId="478"/>
          <ac:spMkLst>
            <pc:docMk/>
            <pc:sldMk cId="2657740475" sldId="357"/>
            <ac:spMk id="12" creationId="{C04D512D-F33E-DC87-FB9A-2740610F08F9}"/>
          </ac:spMkLst>
        </pc:spChg>
        <pc:spChg chg="add">
          <ac:chgData name="panwanke" userId="2eea59ba-b83b-4a63-b222-cef7f900ec6d" providerId="ADAL" clId="{9529A2F3-7C2E-4D7C-BE68-F9282F62F7CA}" dt="2022-06-26T13:38:17.960" v="3024" actId="22"/>
          <ac:spMkLst>
            <pc:docMk/>
            <pc:sldMk cId="2657740475" sldId="357"/>
            <ac:spMk id="14" creationId="{4B376FED-300E-C80C-74CE-FD128C2156B6}"/>
          </ac:spMkLst>
        </pc:spChg>
        <pc:spChg chg="add">
          <ac:chgData name="panwanke" userId="2eea59ba-b83b-4a63-b222-cef7f900ec6d" providerId="ADAL" clId="{9529A2F3-7C2E-4D7C-BE68-F9282F62F7CA}" dt="2022-06-26T13:38:17.960" v="3024" actId="22"/>
          <ac:spMkLst>
            <pc:docMk/>
            <pc:sldMk cId="2657740475" sldId="357"/>
            <ac:spMk id="16" creationId="{194D4917-5125-5C34-425D-54E1DCADFAEE}"/>
          </ac:spMkLst>
        </pc:spChg>
        <pc:spChg chg="add">
          <ac:chgData name="panwanke" userId="2eea59ba-b83b-4a63-b222-cef7f900ec6d" providerId="ADAL" clId="{9529A2F3-7C2E-4D7C-BE68-F9282F62F7CA}" dt="2022-06-26T13:38:17.960" v="3024" actId="22"/>
          <ac:spMkLst>
            <pc:docMk/>
            <pc:sldMk cId="2657740475" sldId="357"/>
            <ac:spMk id="18" creationId="{9E17056D-1CCA-0B95-41AA-0E7AFEFCBFAA}"/>
          </ac:spMkLst>
        </pc:spChg>
        <pc:spChg chg="add mod">
          <ac:chgData name="panwanke" userId="2eea59ba-b83b-4a63-b222-cef7f900ec6d" providerId="ADAL" clId="{9529A2F3-7C2E-4D7C-BE68-F9282F62F7CA}" dt="2022-06-26T13:40:02.071" v="3102" actId="27636"/>
          <ac:spMkLst>
            <pc:docMk/>
            <pc:sldMk cId="2657740475" sldId="357"/>
            <ac:spMk id="20" creationId="{DC84282B-E5CA-68F5-825B-63944B18392E}"/>
          </ac:spMkLst>
        </pc:spChg>
        <pc:spChg chg="add">
          <ac:chgData name="panwanke" userId="2eea59ba-b83b-4a63-b222-cef7f900ec6d" providerId="ADAL" clId="{9529A2F3-7C2E-4D7C-BE68-F9282F62F7CA}" dt="2022-06-26T15:00:48.862" v="3810" actId="22"/>
          <ac:spMkLst>
            <pc:docMk/>
            <pc:sldMk cId="2657740475" sldId="357"/>
            <ac:spMk id="22" creationId="{4E2117EA-31B7-53D7-9B6B-7EA0FA43DD84}"/>
          </ac:spMkLst>
        </pc:spChg>
        <pc:spChg chg="add">
          <ac:chgData name="panwanke" userId="2eea59ba-b83b-4a63-b222-cef7f900ec6d" providerId="ADAL" clId="{9529A2F3-7C2E-4D7C-BE68-F9282F62F7CA}" dt="2022-06-26T15:00:48.862" v="3810" actId="22"/>
          <ac:spMkLst>
            <pc:docMk/>
            <pc:sldMk cId="2657740475" sldId="357"/>
            <ac:spMk id="24" creationId="{1B43E8A2-C9FB-C5FB-D513-0E2C71388250}"/>
          </ac:spMkLst>
        </pc:spChg>
        <pc:spChg chg="add">
          <ac:chgData name="panwanke" userId="2eea59ba-b83b-4a63-b222-cef7f900ec6d" providerId="ADAL" clId="{9529A2F3-7C2E-4D7C-BE68-F9282F62F7CA}" dt="2022-06-26T15:00:48.862" v="3810" actId="22"/>
          <ac:spMkLst>
            <pc:docMk/>
            <pc:sldMk cId="2657740475" sldId="357"/>
            <ac:spMk id="26" creationId="{A3391AB1-B101-C0E2-4693-5BF8E142FB76}"/>
          </ac:spMkLst>
        </pc:spChg>
        <pc:spChg chg="add">
          <ac:chgData name="panwanke" userId="2eea59ba-b83b-4a63-b222-cef7f900ec6d" providerId="ADAL" clId="{9529A2F3-7C2E-4D7C-BE68-F9282F62F7CA}" dt="2022-06-26T15:00:48.862" v="3810" actId="22"/>
          <ac:spMkLst>
            <pc:docMk/>
            <pc:sldMk cId="2657740475" sldId="357"/>
            <ac:spMk id="28" creationId="{905641E8-7F39-C85E-F6DA-D286E635D47A}"/>
          </ac:spMkLst>
        </pc:spChg>
        <pc:spChg chg="add">
          <ac:chgData name="panwanke" userId="2eea59ba-b83b-4a63-b222-cef7f900ec6d" providerId="ADAL" clId="{9529A2F3-7C2E-4D7C-BE68-F9282F62F7CA}" dt="2022-06-26T15:00:48.862" v="3810" actId="22"/>
          <ac:spMkLst>
            <pc:docMk/>
            <pc:sldMk cId="2657740475" sldId="357"/>
            <ac:spMk id="30" creationId="{816E2F21-B9B8-2A99-5AC7-C4F4FE6694C0}"/>
          </ac:spMkLst>
        </pc:spChg>
        <pc:spChg chg="add">
          <ac:chgData name="panwanke" userId="2eea59ba-b83b-4a63-b222-cef7f900ec6d" providerId="ADAL" clId="{9529A2F3-7C2E-4D7C-BE68-F9282F62F7CA}" dt="2022-06-26T15:00:48.862" v="3810" actId="22"/>
          <ac:spMkLst>
            <pc:docMk/>
            <pc:sldMk cId="2657740475" sldId="357"/>
            <ac:spMk id="32" creationId="{BDA7306C-3BF2-DCF0-FBBB-3EA0D29CCAE4}"/>
          </ac:spMkLst>
        </pc:spChg>
        <pc:spChg chg="add">
          <ac:chgData name="panwanke" userId="2eea59ba-b83b-4a63-b222-cef7f900ec6d" providerId="ADAL" clId="{9529A2F3-7C2E-4D7C-BE68-F9282F62F7CA}" dt="2022-06-26T15:00:48.862" v="3810" actId="22"/>
          <ac:spMkLst>
            <pc:docMk/>
            <pc:sldMk cId="2657740475" sldId="357"/>
            <ac:spMk id="34" creationId="{0BF2730F-760E-9BF4-A560-02183A7F41EC}"/>
          </ac:spMkLst>
        </pc:spChg>
        <pc:picChg chg="add mod">
          <ac:chgData name="panwanke" userId="2eea59ba-b83b-4a63-b222-cef7f900ec6d" providerId="ADAL" clId="{9529A2F3-7C2E-4D7C-BE68-F9282F62F7CA}" dt="2022-06-26T13:16:26.411" v="2914" actId="1076"/>
          <ac:picMkLst>
            <pc:docMk/>
            <pc:sldMk cId="2657740475" sldId="357"/>
            <ac:picMk id="6" creationId="{2BD591D9-6045-E80E-3CDC-E9AEB2C10171}"/>
          </ac:picMkLst>
        </pc:picChg>
        <pc:picChg chg="del">
          <ac:chgData name="panwanke" userId="2eea59ba-b83b-4a63-b222-cef7f900ec6d" providerId="ADAL" clId="{9529A2F3-7C2E-4D7C-BE68-F9282F62F7CA}" dt="2022-06-25T13:32:25.069" v="2682" actId="478"/>
          <ac:picMkLst>
            <pc:docMk/>
            <pc:sldMk cId="2657740475" sldId="357"/>
            <ac:picMk id="8" creationId="{E0545ED1-23A0-DC95-0030-59246465B387}"/>
          </ac:picMkLst>
        </pc:picChg>
      </pc:sldChg>
      <pc:sldChg chg="addSp delSp modSp add mod ord">
        <pc:chgData name="panwanke" userId="2eea59ba-b83b-4a63-b222-cef7f900ec6d" providerId="ADAL" clId="{9529A2F3-7C2E-4D7C-BE68-F9282F62F7CA}" dt="2022-06-27T15:34:20.697" v="10776"/>
        <pc:sldMkLst>
          <pc:docMk/>
          <pc:sldMk cId="3915389283" sldId="358"/>
        </pc:sldMkLst>
        <pc:spChg chg="del mod">
          <ac:chgData name="panwanke" userId="2eea59ba-b83b-4a63-b222-cef7f900ec6d" providerId="ADAL" clId="{9529A2F3-7C2E-4D7C-BE68-F9282F62F7CA}" dt="2022-06-26T13:39:44.690" v="3069" actId="478"/>
          <ac:spMkLst>
            <pc:docMk/>
            <pc:sldMk cId="3915389283" sldId="358"/>
            <ac:spMk id="4" creationId="{E4FDB5A4-C30D-4425-BB5F-3BBF7F547CB0}"/>
          </ac:spMkLst>
        </pc:spChg>
        <pc:spChg chg="add del mod">
          <ac:chgData name="panwanke" userId="2eea59ba-b83b-4a63-b222-cef7f900ec6d" providerId="ADAL" clId="{9529A2F3-7C2E-4D7C-BE68-F9282F62F7CA}" dt="2022-06-26T14:10:28.241" v="3416" actId="478"/>
          <ac:spMkLst>
            <pc:docMk/>
            <pc:sldMk cId="3915389283" sldId="358"/>
            <ac:spMk id="7" creationId="{31B2C701-211F-BE19-9574-12D815E5CD87}"/>
          </ac:spMkLst>
        </pc:spChg>
        <pc:spChg chg="add mod">
          <ac:chgData name="panwanke" userId="2eea59ba-b83b-4a63-b222-cef7f900ec6d" providerId="ADAL" clId="{9529A2F3-7C2E-4D7C-BE68-F9282F62F7CA}" dt="2022-06-26T13:42:31.549" v="3159" actId="27636"/>
          <ac:spMkLst>
            <pc:docMk/>
            <pc:sldMk cId="3915389283" sldId="358"/>
            <ac:spMk id="9" creationId="{7B53BE87-81AC-787C-F7CD-93D34082CB29}"/>
          </ac:spMkLst>
        </pc:spChg>
        <pc:spChg chg="add del mod">
          <ac:chgData name="panwanke" userId="2eea59ba-b83b-4a63-b222-cef7f900ec6d" providerId="ADAL" clId="{9529A2F3-7C2E-4D7C-BE68-F9282F62F7CA}" dt="2022-06-26T14:11:52.464" v="3446" actId="478"/>
          <ac:spMkLst>
            <pc:docMk/>
            <pc:sldMk cId="3915389283" sldId="358"/>
            <ac:spMk id="12" creationId="{D68325C0-0D46-4E37-9F3F-5ABAB9D84798}"/>
          </ac:spMkLst>
        </pc:spChg>
        <pc:spChg chg="add mod">
          <ac:chgData name="panwanke" userId="2eea59ba-b83b-4a63-b222-cef7f900ec6d" providerId="ADAL" clId="{9529A2F3-7C2E-4D7C-BE68-F9282F62F7CA}" dt="2022-06-26T14:11:24.048" v="3439"/>
          <ac:spMkLst>
            <pc:docMk/>
            <pc:sldMk cId="3915389283" sldId="358"/>
            <ac:spMk id="14" creationId="{72122CE1-AB3A-4BDF-C9E1-955BF1D8DBB3}"/>
          </ac:spMkLst>
        </pc:spChg>
        <pc:spChg chg="add mod">
          <ac:chgData name="panwanke" userId="2eea59ba-b83b-4a63-b222-cef7f900ec6d" providerId="ADAL" clId="{9529A2F3-7C2E-4D7C-BE68-F9282F62F7CA}" dt="2022-06-26T14:11:37.047" v="3444" actId="20577"/>
          <ac:spMkLst>
            <pc:docMk/>
            <pc:sldMk cId="3915389283" sldId="358"/>
            <ac:spMk id="16" creationId="{0FFE6FAA-3184-ACBB-58E7-094891A456F6}"/>
          </ac:spMkLst>
        </pc:spChg>
        <pc:spChg chg="add mod">
          <ac:chgData name="panwanke" userId="2eea59ba-b83b-4a63-b222-cef7f900ec6d" providerId="ADAL" clId="{9529A2F3-7C2E-4D7C-BE68-F9282F62F7CA}" dt="2022-06-26T14:54:45.057" v="3723" actId="20577"/>
          <ac:spMkLst>
            <pc:docMk/>
            <pc:sldMk cId="3915389283" sldId="358"/>
            <ac:spMk id="18" creationId="{10A96604-DEE6-8DA3-495F-78E134A37251}"/>
          </ac:spMkLst>
        </pc:spChg>
        <pc:spChg chg="add">
          <ac:chgData name="panwanke" userId="2eea59ba-b83b-4a63-b222-cef7f900ec6d" providerId="ADAL" clId="{9529A2F3-7C2E-4D7C-BE68-F9282F62F7CA}" dt="2022-06-26T15:00:53.321" v="3814" actId="22"/>
          <ac:spMkLst>
            <pc:docMk/>
            <pc:sldMk cId="3915389283" sldId="358"/>
            <ac:spMk id="20" creationId="{DD27EEE9-7BD3-41B3-91E5-59E5D6D4ED06}"/>
          </ac:spMkLst>
        </pc:spChg>
        <pc:spChg chg="add">
          <ac:chgData name="panwanke" userId="2eea59ba-b83b-4a63-b222-cef7f900ec6d" providerId="ADAL" clId="{9529A2F3-7C2E-4D7C-BE68-F9282F62F7CA}" dt="2022-06-26T15:00:53.321" v="3814" actId="22"/>
          <ac:spMkLst>
            <pc:docMk/>
            <pc:sldMk cId="3915389283" sldId="358"/>
            <ac:spMk id="22" creationId="{2445BC72-D88E-4EE9-9645-903026A77430}"/>
          </ac:spMkLst>
        </pc:spChg>
        <pc:spChg chg="add">
          <ac:chgData name="panwanke" userId="2eea59ba-b83b-4a63-b222-cef7f900ec6d" providerId="ADAL" clId="{9529A2F3-7C2E-4D7C-BE68-F9282F62F7CA}" dt="2022-06-26T15:00:53.321" v="3814" actId="22"/>
          <ac:spMkLst>
            <pc:docMk/>
            <pc:sldMk cId="3915389283" sldId="358"/>
            <ac:spMk id="24" creationId="{00CABB9A-2F99-6571-C67A-1827C5BC807C}"/>
          </ac:spMkLst>
        </pc:spChg>
        <pc:spChg chg="add">
          <ac:chgData name="panwanke" userId="2eea59ba-b83b-4a63-b222-cef7f900ec6d" providerId="ADAL" clId="{9529A2F3-7C2E-4D7C-BE68-F9282F62F7CA}" dt="2022-06-26T15:00:53.321" v="3814" actId="22"/>
          <ac:spMkLst>
            <pc:docMk/>
            <pc:sldMk cId="3915389283" sldId="358"/>
            <ac:spMk id="26" creationId="{6060A954-4726-766B-0821-EC1A9533878C}"/>
          </ac:spMkLst>
        </pc:spChg>
        <pc:spChg chg="add">
          <ac:chgData name="panwanke" userId="2eea59ba-b83b-4a63-b222-cef7f900ec6d" providerId="ADAL" clId="{9529A2F3-7C2E-4D7C-BE68-F9282F62F7CA}" dt="2022-06-26T15:00:53.321" v="3814" actId="22"/>
          <ac:spMkLst>
            <pc:docMk/>
            <pc:sldMk cId="3915389283" sldId="358"/>
            <ac:spMk id="28" creationId="{C22C8234-1E0D-EDCC-DEA6-B3B18CBB3CF3}"/>
          </ac:spMkLst>
        </pc:spChg>
        <pc:spChg chg="add">
          <ac:chgData name="panwanke" userId="2eea59ba-b83b-4a63-b222-cef7f900ec6d" providerId="ADAL" clId="{9529A2F3-7C2E-4D7C-BE68-F9282F62F7CA}" dt="2022-06-26T15:00:53.321" v="3814" actId="22"/>
          <ac:spMkLst>
            <pc:docMk/>
            <pc:sldMk cId="3915389283" sldId="358"/>
            <ac:spMk id="30" creationId="{16D158B8-0D47-22DD-B5DC-2F4D98EDA0DE}"/>
          </ac:spMkLst>
        </pc:spChg>
        <pc:spChg chg="add">
          <ac:chgData name="panwanke" userId="2eea59ba-b83b-4a63-b222-cef7f900ec6d" providerId="ADAL" clId="{9529A2F3-7C2E-4D7C-BE68-F9282F62F7CA}" dt="2022-06-26T15:00:53.321" v="3814" actId="22"/>
          <ac:spMkLst>
            <pc:docMk/>
            <pc:sldMk cId="3915389283" sldId="358"/>
            <ac:spMk id="32" creationId="{644D973D-F3B9-C407-4790-5CDED442412B}"/>
          </ac:spMkLst>
        </pc:spChg>
        <pc:picChg chg="add mod">
          <ac:chgData name="panwanke" userId="2eea59ba-b83b-4a63-b222-cef7f900ec6d" providerId="ADAL" clId="{9529A2F3-7C2E-4D7C-BE68-F9282F62F7CA}" dt="2022-06-26T14:10:53.699" v="3434" actId="1035"/>
          <ac:picMkLst>
            <pc:docMk/>
            <pc:sldMk cId="3915389283" sldId="358"/>
            <ac:picMk id="6" creationId="{1B272F0B-C50E-B6A4-9C4E-1A498E6F9769}"/>
          </ac:picMkLst>
        </pc:picChg>
        <pc:picChg chg="del">
          <ac:chgData name="panwanke" userId="2eea59ba-b83b-4a63-b222-cef7f900ec6d" providerId="ADAL" clId="{9529A2F3-7C2E-4D7C-BE68-F9282F62F7CA}" dt="2022-06-25T13:32:43.523" v="2691" actId="478"/>
          <ac:picMkLst>
            <pc:docMk/>
            <pc:sldMk cId="3915389283" sldId="358"/>
            <ac:picMk id="8" creationId="{E0545ED1-23A0-DC95-0030-59246465B387}"/>
          </ac:picMkLst>
        </pc:picChg>
        <pc:picChg chg="add del">
          <ac:chgData name="panwanke" userId="2eea59ba-b83b-4a63-b222-cef7f900ec6d" providerId="ADAL" clId="{9529A2F3-7C2E-4D7C-BE68-F9282F62F7CA}" dt="2022-06-26T14:09:39.085" v="3404" actId="22"/>
          <ac:picMkLst>
            <pc:docMk/>
            <pc:sldMk cId="3915389283" sldId="358"/>
            <ac:picMk id="11" creationId="{D8D52475-650A-EA0E-2E1C-69A44FD256A6}"/>
          </ac:picMkLst>
        </pc:picChg>
      </pc:sldChg>
      <pc:sldChg chg="addSp delSp modSp add mod ord modNotesTx">
        <pc:chgData name="panwanke" userId="2eea59ba-b83b-4a63-b222-cef7f900ec6d" providerId="ADAL" clId="{9529A2F3-7C2E-4D7C-BE68-F9282F62F7CA}" dt="2022-06-27T15:34:20.697" v="10776"/>
        <pc:sldMkLst>
          <pc:docMk/>
          <pc:sldMk cId="396113077" sldId="359"/>
        </pc:sldMkLst>
        <pc:spChg chg="del mod">
          <ac:chgData name="panwanke" userId="2eea59ba-b83b-4a63-b222-cef7f900ec6d" providerId="ADAL" clId="{9529A2F3-7C2E-4D7C-BE68-F9282F62F7CA}" dt="2022-06-26T13:39:47.868" v="3071" actId="478"/>
          <ac:spMkLst>
            <pc:docMk/>
            <pc:sldMk cId="396113077" sldId="359"/>
            <ac:spMk id="4" creationId="{E4FDB5A4-C30D-4425-BB5F-3BBF7F547CB0}"/>
          </ac:spMkLst>
        </pc:spChg>
        <pc:spChg chg="add del mod">
          <ac:chgData name="panwanke" userId="2eea59ba-b83b-4a63-b222-cef7f900ec6d" providerId="ADAL" clId="{9529A2F3-7C2E-4D7C-BE68-F9282F62F7CA}" dt="2022-06-26T14:19:29.459" v="3574" actId="478"/>
          <ac:spMkLst>
            <pc:docMk/>
            <pc:sldMk cId="396113077" sldId="359"/>
            <ac:spMk id="7" creationId="{E8781E2D-4119-5E3B-0CF6-EA4CDF9B64EB}"/>
          </ac:spMkLst>
        </pc:spChg>
        <pc:spChg chg="add mod">
          <ac:chgData name="panwanke" userId="2eea59ba-b83b-4a63-b222-cef7f900ec6d" providerId="ADAL" clId="{9529A2F3-7C2E-4D7C-BE68-F9282F62F7CA}" dt="2022-06-26T13:42:50.735" v="3182" actId="20577"/>
          <ac:spMkLst>
            <pc:docMk/>
            <pc:sldMk cId="396113077" sldId="359"/>
            <ac:spMk id="9" creationId="{54BB0ED5-C864-CD2D-CE1D-C99A47961F61}"/>
          </ac:spMkLst>
        </pc:spChg>
        <pc:spChg chg="add del mod">
          <ac:chgData name="panwanke" userId="2eea59ba-b83b-4a63-b222-cef7f900ec6d" providerId="ADAL" clId="{9529A2F3-7C2E-4D7C-BE68-F9282F62F7CA}" dt="2022-06-26T14:19:21.598" v="3571" actId="478"/>
          <ac:spMkLst>
            <pc:docMk/>
            <pc:sldMk cId="396113077" sldId="359"/>
            <ac:spMk id="11" creationId="{DAF395F2-9C44-1E4F-32A7-14FAB8513E43}"/>
          </ac:spMkLst>
        </pc:spChg>
        <pc:spChg chg="add mod">
          <ac:chgData name="panwanke" userId="2eea59ba-b83b-4a63-b222-cef7f900ec6d" providerId="ADAL" clId="{9529A2F3-7C2E-4D7C-BE68-F9282F62F7CA}" dt="2022-06-26T14:20:37.911" v="3611" actId="20577"/>
          <ac:spMkLst>
            <pc:docMk/>
            <pc:sldMk cId="396113077" sldId="359"/>
            <ac:spMk id="13" creationId="{C796B750-F32A-63FD-AB2D-C8F18DE15F3B}"/>
          </ac:spMkLst>
        </pc:spChg>
        <pc:spChg chg="add mod">
          <ac:chgData name="panwanke" userId="2eea59ba-b83b-4a63-b222-cef7f900ec6d" providerId="ADAL" clId="{9529A2F3-7C2E-4D7C-BE68-F9282F62F7CA}" dt="2022-06-26T14:20:08.610" v="3589"/>
          <ac:spMkLst>
            <pc:docMk/>
            <pc:sldMk cId="396113077" sldId="359"/>
            <ac:spMk id="15" creationId="{38134681-9038-AC06-DE07-4507E2F24F66}"/>
          </ac:spMkLst>
        </pc:spChg>
        <pc:spChg chg="add mod">
          <ac:chgData name="panwanke" userId="2eea59ba-b83b-4a63-b222-cef7f900ec6d" providerId="ADAL" clId="{9529A2F3-7C2E-4D7C-BE68-F9282F62F7CA}" dt="2022-06-26T14:20:16.635" v="3591" actId="20577"/>
          <ac:spMkLst>
            <pc:docMk/>
            <pc:sldMk cId="396113077" sldId="359"/>
            <ac:spMk id="17" creationId="{4BE012EC-9D95-0916-9B15-D0558063AFE0}"/>
          </ac:spMkLst>
        </pc:spChg>
        <pc:spChg chg="add">
          <ac:chgData name="panwanke" userId="2eea59ba-b83b-4a63-b222-cef7f900ec6d" providerId="ADAL" clId="{9529A2F3-7C2E-4D7C-BE68-F9282F62F7CA}" dt="2022-06-26T15:00:57.572" v="3818" actId="22"/>
          <ac:spMkLst>
            <pc:docMk/>
            <pc:sldMk cId="396113077" sldId="359"/>
            <ac:spMk id="19" creationId="{FEB0026A-B65F-1585-B295-D1FBBE19383D}"/>
          </ac:spMkLst>
        </pc:spChg>
        <pc:spChg chg="add">
          <ac:chgData name="panwanke" userId="2eea59ba-b83b-4a63-b222-cef7f900ec6d" providerId="ADAL" clId="{9529A2F3-7C2E-4D7C-BE68-F9282F62F7CA}" dt="2022-06-26T15:00:57.572" v="3818" actId="22"/>
          <ac:spMkLst>
            <pc:docMk/>
            <pc:sldMk cId="396113077" sldId="359"/>
            <ac:spMk id="21" creationId="{44AE5821-AA2C-1896-8BDA-A89BC97D7729}"/>
          </ac:spMkLst>
        </pc:spChg>
        <pc:spChg chg="add">
          <ac:chgData name="panwanke" userId="2eea59ba-b83b-4a63-b222-cef7f900ec6d" providerId="ADAL" clId="{9529A2F3-7C2E-4D7C-BE68-F9282F62F7CA}" dt="2022-06-26T15:00:57.572" v="3818" actId="22"/>
          <ac:spMkLst>
            <pc:docMk/>
            <pc:sldMk cId="396113077" sldId="359"/>
            <ac:spMk id="23" creationId="{BA59A2E1-D345-894F-81C0-3E966DE8A7A9}"/>
          </ac:spMkLst>
        </pc:spChg>
        <pc:spChg chg="add">
          <ac:chgData name="panwanke" userId="2eea59ba-b83b-4a63-b222-cef7f900ec6d" providerId="ADAL" clId="{9529A2F3-7C2E-4D7C-BE68-F9282F62F7CA}" dt="2022-06-26T15:00:57.572" v="3818" actId="22"/>
          <ac:spMkLst>
            <pc:docMk/>
            <pc:sldMk cId="396113077" sldId="359"/>
            <ac:spMk id="25" creationId="{5C31DAB1-3531-6349-35C0-C8DC7CE135D6}"/>
          </ac:spMkLst>
        </pc:spChg>
        <pc:spChg chg="add">
          <ac:chgData name="panwanke" userId="2eea59ba-b83b-4a63-b222-cef7f900ec6d" providerId="ADAL" clId="{9529A2F3-7C2E-4D7C-BE68-F9282F62F7CA}" dt="2022-06-26T15:00:57.572" v="3818" actId="22"/>
          <ac:spMkLst>
            <pc:docMk/>
            <pc:sldMk cId="396113077" sldId="359"/>
            <ac:spMk id="27" creationId="{00E49CB2-FF23-7E69-E56F-CC24A733F46F}"/>
          </ac:spMkLst>
        </pc:spChg>
        <pc:spChg chg="add">
          <ac:chgData name="panwanke" userId="2eea59ba-b83b-4a63-b222-cef7f900ec6d" providerId="ADAL" clId="{9529A2F3-7C2E-4D7C-BE68-F9282F62F7CA}" dt="2022-06-26T15:00:57.572" v="3818" actId="22"/>
          <ac:spMkLst>
            <pc:docMk/>
            <pc:sldMk cId="396113077" sldId="359"/>
            <ac:spMk id="29" creationId="{5FE27BA0-270A-8DE0-BC76-7A7343E95579}"/>
          </ac:spMkLst>
        </pc:spChg>
        <pc:spChg chg="add">
          <ac:chgData name="panwanke" userId="2eea59ba-b83b-4a63-b222-cef7f900ec6d" providerId="ADAL" clId="{9529A2F3-7C2E-4D7C-BE68-F9282F62F7CA}" dt="2022-06-26T15:00:57.572" v="3818" actId="22"/>
          <ac:spMkLst>
            <pc:docMk/>
            <pc:sldMk cId="396113077" sldId="359"/>
            <ac:spMk id="31" creationId="{50A6C233-A6AE-30DE-4A99-67EDCAD61EFB}"/>
          </ac:spMkLst>
        </pc:spChg>
        <pc:picChg chg="add mod">
          <ac:chgData name="panwanke" userId="2eea59ba-b83b-4a63-b222-cef7f900ec6d" providerId="ADAL" clId="{9529A2F3-7C2E-4D7C-BE68-F9282F62F7CA}" dt="2022-06-26T13:16:42.258" v="2922" actId="1076"/>
          <ac:picMkLst>
            <pc:docMk/>
            <pc:sldMk cId="396113077" sldId="359"/>
            <ac:picMk id="6" creationId="{96E6C4D7-AE43-E3CB-9F88-D2B8698500A5}"/>
          </ac:picMkLst>
        </pc:picChg>
        <pc:picChg chg="del">
          <ac:chgData name="panwanke" userId="2eea59ba-b83b-4a63-b222-cef7f900ec6d" providerId="ADAL" clId="{9529A2F3-7C2E-4D7C-BE68-F9282F62F7CA}" dt="2022-06-25T13:32:55.464" v="2694" actId="478"/>
          <ac:picMkLst>
            <pc:docMk/>
            <pc:sldMk cId="396113077" sldId="359"/>
            <ac:picMk id="8" creationId="{E0545ED1-23A0-DC95-0030-59246465B387}"/>
          </ac:picMkLst>
        </pc:picChg>
      </pc:sldChg>
      <pc:sldChg chg="addSp delSp modSp add mod ord modNotesTx">
        <pc:chgData name="panwanke" userId="2eea59ba-b83b-4a63-b222-cef7f900ec6d" providerId="ADAL" clId="{9529A2F3-7C2E-4D7C-BE68-F9282F62F7CA}" dt="2022-06-27T15:33:56.769" v="10774" actId="20577"/>
        <pc:sldMkLst>
          <pc:docMk/>
          <pc:sldMk cId="2233840305" sldId="360"/>
        </pc:sldMkLst>
        <pc:spChg chg="add del">
          <ac:chgData name="panwanke" userId="2eea59ba-b83b-4a63-b222-cef7f900ec6d" providerId="ADAL" clId="{9529A2F3-7C2E-4D7C-BE68-F9282F62F7CA}" dt="2022-06-26T14:59:03.505" v="3799" actId="478"/>
          <ac:spMkLst>
            <pc:docMk/>
            <pc:sldMk cId="2233840305" sldId="360"/>
            <ac:spMk id="2" creationId="{87F588A3-7A0F-485E-BA1F-B4DC8EA4D8F8}"/>
          </ac:spMkLst>
        </pc:spChg>
        <pc:spChg chg="mod">
          <ac:chgData name="panwanke" userId="2eea59ba-b83b-4a63-b222-cef7f900ec6d" providerId="ADAL" clId="{9529A2F3-7C2E-4D7C-BE68-F9282F62F7CA}" dt="2022-06-25T13:34:21.973" v="2704" actId="20577"/>
          <ac:spMkLst>
            <pc:docMk/>
            <pc:sldMk cId="2233840305" sldId="360"/>
            <ac:spMk id="4" creationId="{E4FDB5A4-C30D-4425-BB5F-3BBF7F547CB0}"/>
          </ac:spMkLst>
        </pc:spChg>
        <pc:spChg chg="add del">
          <ac:chgData name="panwanke" userId="2eea59ba-b83b-4a63-b222-cef7f900ec6d" providerId="ADAL" clId="{9529A2F3-7C2E-4D7C-BE68-F9282F62F7CA}" dt="2022-06-26T14:59:03.505" v="3799" actId="478"/>
          <ac:spMkLst>
            <pc:docMk/>
            <pc:sldMk cId="2233840305" sldId="360"/>
            <ac:spMk id="18" creationId="{F0A50A69-8566-32FC-73AD-ABB3B43DB8E3}"/>
          </ac:spMkLst>
        </pc:spChg>
        <pc:spChg chg="add del">
          <ac:chgData name="panwanke" userId="2eea59ba-b83b-4a63-b222-cef7f900ec6d" providerId="ADAL" clId="{9529A2F3-7C2E-4D7C-BE68-F9282F62F7CA}" dt="2022-06-26T14:59:03.505" v="3799" actId="478"/>
          <ac:spMkLst>
            <pc:docMk/>
            <pc:sldMk cId="2233840305" sldId="360"/>
            <ac:spMk id="20" creationId="{2EAC47FE-0ED0-878D-7890-9B7C786E3688}"/>
          </ac:spMkLst>
        </pc:spChg>
        <pc:spChg chg="add del">
          <ac:chgData name="panwanke" userId="2eea59ba-b83b-4a63-b222-cef7f900ec6d" providerId="ADAL" clId="{9529A2F3-7C2E-4D7C-BE68-F9282F62F7CA}" dt="2022-06-26T14:59:03.505" v="3799" actId="478"/>
          <ac:spMkLst>
            <pc:docMk/>
            <pc:sldMk cId="2233840305" sldId="360"/>
            <ac:spMk id="22" creationId="{6665FBB5-9976-A07F-1BE2-3F746C8DAE26}"/>
          </ac:spMkLst>
        </pc:spChg>
        <pc:spChg chg="add del">
          <ac:chgData name="panwanke" userId="2eea59ba-b83b-4a63-b222-cef7f900ec6d" providerId="ADAL" clId="{9529A2F3-7C2E-4D7C-BE68-F9282F62F7CA}" dt="2022-06-26T14:59:03.505" v="3799" actId="478"/>
          <ac:spMkLst>
            <pc:docMk/>
            <pc:sldMk cId="2233840305" sldId="360"/>
            <ac:spMk id="24" creationId="{230BA97C-85B2-2CF3-EFA2-752261ED6B5E}"/>
          </ac:spMkLst>
        </pc:spChg>
        <pc:spChg chg="add del">
          <ac:chgData name="panwanke" userId="2eea59ba-b83b-4a63-b222-cef7f900ec6d" providerId="ADAL" clId="{9529A2F3-7C2E-4D7C-BE68-F9282F62F7CA}" dt="2022-06-26T14:59:03.505" v="3799" actId="478"/>
          <ac:spMkLst>
            <pc:docMk/>
            <pc:sldMk cId="2233840305" sldId="360"/>
            <ac:spMk id="26" creationId="{CE3903AE-0B36-735B-BA06-789A10261113}"/>
          </ac:spMkLst>
        </pc:spChg>
        <pc:spChg chg="add del">
          <ac:chgData name="panwanke" userId="2eea59ba-b83b-4a63-b222-cef7f900ec6d" providerId="ADAL" clId="{9529A2F3-7C2E-4D7C-BE68-F9282F62F7CA}" dt="2022-06-26T14:59:03.505" v="3799" actId="478"/>
          <ac:spMkLst>
            <pc:docMk/>
            <pc:sldMk cId="2233840305" sldId="360"/>
            <ac:spMk id="28" creationId="{7D699AFF-7684-D360-0C4B-466FCCF29106}"/>
          </ac:spMkLst>
        </pc:spChg>
        <pc:spChg chg="add del">
          <ac:chgData name="panwanke" userId="2eea59ba-b83b-4a63-b222-cef7f900ec6d" providerId="ADAL" clId="{9529A2F3-7C2E-4D7C-BE68-F9282F62F7CA}" dt="2022-06-26T14:59:03.505" v="3799" actId="478"/>
          <ac:spMkLst>
            <pc:docMk/>
            <pc:sldMk cId="2233840305" sldId="360"/>
            <ac:spMk id="30" creationId="{786E8BF5-B8A4-F4A9-90D3-F86DAA3FA017}"/>
          </ac:spMkLst>
        </pc:spChg>
        <pc:spChg chg="add del">
          <ac:chgData name="panwanke" userId="2eea59ba-b83b-4a63-b222-cef7f900ec6d" providerId="ADAL" clId="{9529A2F3-7C2E-4D7C-BE68-F9282F62F7CA}" dt="2022-06-26T14:59:03.505" v="3799" actId="478"/>
          <ac:spMkLst>
            <pc:docMk/>
            <pc:sldMk cId="2233840305" sldId="360"/>
            <ac:spMk id="32" creationId="{152A126F-7005-49A9-1457-BE5730BB4C4C}"/>
          </ac:spMkLst>
        </pc:spChg>
        <pc:spChg chg="add mod">
          <ac:chgData name="panwanke" userId="2eea59ba-b83b-4a63-b222-cef7f900ec6d" providerId="ADAL" clId="{9529A2F3-7C2E-4D7C-BE68-F9282F62F7CA}" dt="2022-06-26T15:00:15.520" v="3804" actId="14100"/>
          <ac:spMkLst>
            <pc:docMk/>
            <pc:sldMk cId="2233840305" sldId="360"/>
            <ac:spMk id="34" creationId="{B9333180-CE2F-5998-CBE5-7FBB09ABAB74}"/>
          </ac:spMkLst>
        </pc:spChg>
        <pc:spChg chg="add">
          <ac:chgData name="panwanke" userId="2eea59ba-b83b-4a63-b222-cef7f900ec6d" providerId="ADAL" clId="{9529A2F3-7C2E-4D7C-BE68-F9282F62F7CA}" dt="2022-06-26T15:00:05.581" v="3802" actId="22"/>
          <ac:spMkLst>
            <pc:docMk/>
            <pc:sldMk cId="2233840305" sldId="360"/>
            <ac:spMk id="36" creationId="{5684EE77-5385-796F-3E84-9FC469C781F7}"/>
          </ac:spMkLst>
        </pc:spChg>
        <pc:spChg chg="add">
          <ac:chgData name="panwanke" userId="2eea59ba-b83b-4a63-b222-cef7f900ec6d" providerId="ADAL" clId="{9529A2F3-7C2E-4D7C-BE68-F9282F62F7CA}" dt="2022-06-26T15:00:05.581" v="3802" actId="22"/>
          <ac:spMkLst>
            <pc:docMk/>
            <pc:sldMk cId="2233840305" sldId="360"/>
            <ac:spMk id="38" creationId="{3ECEBDFF-2B9F-5F3C-EA79-5ACF17A394CB}"/>
          </ac:spMkLst>
        </pc:spChg>
        <pc:spChg chg="add">
          <ac:chgData name="panwanke" userId="2eea59ba-b83b-4a63-b222-cef7f900ec6d" providerId="ADAL" clId="{9529A2F3-7C2E-4D7C-BE68-F9282F62F7CA}" dt="2022-06-26T15:00:05.581" v="3802" actId="22"/>
          <ac:spMkLst>
            <pc:docMk/>
            <pc:sldMk cId="2233840305" sldId="360"/>
            <ac:spMk id="40" creationId="{DDB125C4-1FE0-36AA-B4BB-00B5D8640165}"/>
          </ac:spMkLst>
        </pc:spChg>
        <pc:spChg chg="add">
          <ac:chgData name="panwanke" userId="2eea59ba-b83b-4a63-b222-cef7f900ec6d" providerId="ADAL" clId="{9529A2F3-7C2E-4D7C-BE68-F9282F62F7CA}" dt="2022-06-26T15:00:05.581" v="3802" actId="22"/>
          <ac:spMkLst>
            <pc:docMk/>
            <pc:sldMk cId="2233840305" sldId="360"/>
            <ac:spMk id="42" creationId="{7700EED4-44E0-C96A-4F88-16FF34E546E6}"/>
          </ac:spMkLst>
        </pc:spChg>
        <pc:spChg chg="add">
          <ac:chgData name="panwanke" userId="2eea59ba-b83b-4a63-b222-cef7f900ec6d" providerId="ADAL" clId="{9529A2F3-7C2E-4D7C-BE68-F9282F62F7CA}" dt="2022-06-26T15:00:05.581" v="3802" actId="22"/>
          <ac:spMkLst>
            <pc:docMk/>
            <pc:sldMk cId="2233840305" sldId="360"/>
            <ac:spMk id="44" creationId="{233CB08E-F881-27C6-2346-6A4B8B0AFA0A}"/>
          </ac:spMkLst>
        </pc:spChg>
        <pc:spChg chg="add">
          <ac:chgData name="panwanke" userId="2eea59ba-b83b-4a63-b222-cef7f900ec6d" providerId="ADAL" clId="{9529A2F3-7C2E-4D7C-BE68-F9282F62F7CA}" dt="2022-06-26T15:00:05.581" v="3802" actId="22"/>
          <ac:spMkLst>
            <pc:docMk/>
            <pc:sldMk cId="2233840305" sldId="360"/>
            <ac:spMk id="46" creationId="{F77219AD-1D12-81C5-E255-522F52F50B1D}"/>
          </ac:spMkLst>
        </pc:spChg>
        <pc:spChg chg="add del">
          <ac:chgData name="panwanke" userId="2eea59ba-b83b-4a63-b222-cef7f900ec6d" providerId="ADAL" clId="{9529A2F3-7C2E-4D7C-BE68-F9282F62F7CA}" dt="2022-06-26T15:00:09.914" v="3803" actId="478"/>
          <ac:spMkLst>
            <pc:docMk/>
            <pc:sldMk cId="2233840305" sldId="360"/>
            <ac:spMk id="48" creationId="{96E2E760-FB84-FE42-833E-F8F624446F0A}"/>
          </ac:spMkLst>
        </pc:spChg>
        <pc:graphicFrameChg chg="add mod modGraphic">
          <ac:chgData name="panwanke" userId="2eea59ba-b83b-4a63-b222-cef7f900ec6d" providerId="ADAL" clId="{9529A2F3-7C2E-4D7C-BE68-F9282F62F7CA}" dt="2022-06-26T09:23:10.487" v="2742" actId="1076"/>
          <ac:graphicFrameMkLst>
            <pc:docMk/>
            <pc:sldMk cId="2233840305" sldId="360"/>
            <ac:graphicFrameMk id="7" creationId="{3E0368CF-DC62-DD62-0E52-51A4D60660FD}"/>
          </ac:graphicFrameMkLst>
        </pc:graphicFrameChg>
        <pc:graphicFrameChg chg="add mod modGraphic">
          <ac:chgData name="panwanke" userId="2eea59ba-b83b-4a63-b222-cef7f900ec6d" providerId="ADAL" clId="{9529A2F3-7C2E-4D7C-BE68-F9282F62F7CA}" dt="2022-06-26T09:23:13.709" v="2743" actId="1076"/>
          <ac:graphicFrameMkLst>
            <pc:docMk/>
            <pc:sldMk cId="2233840305" sldId="360"/>
            <ac:graphicFrameMk id="12" creationId="{54097B4E-77B8-5A9E-E7BF-28CA0DC09B19}"/>
          </ac:graphicFrameMkLst>
        </pc:graphicFrameChg>
        <pc:graphicFrameChg chg="add mod modGraphic">
          <ac:chgData name="panwanke" userId="2eea59ba-b83b-4a63-b222-cef7f900ec6d" providerId="ADAL" clId="{9529A2F3-7C2E-4D7C-BE68-F9282F62F7CA}" dt="2022-06-26T09:23:15.362" v="2744" actId="1076"/>
          <ac:graphicFrameMkLst>
            <pc:docMk/>
            <pc:sldMk cId="2233840305" sldId="360"/>
            <ac:graphicFrameMk id="14" creationId="{CF72608E-5C4B-1A56-D8D6-7940175707F0}"/>
          </ac:graphicFrameMkLst>
        </pc:graphicFrameChg>
        <pc:graphicFrameChg chg="add mod modGraphic">
          <ac:chgData name="panwanke" userId="2eea59ba-b83b-4a63-b222-cef7f900ec6d" providerId="ADAL" clId="{9529A2F3-7C2E-4D7C-BE68-F9282F62F7CA}" dt="2022-06-26T09:23:17.264" v="2745" actId="1076"/>
          <ac:graphicFrameMkLst>
            <pc:docMk/>
            <pc:sldMk cId="2233840305" sldId="360"/>
            <ac:graphicFrameMk id="16" creationId="{E20BFEEA-40FD-5686-F1DD-8DD5B2DF0A7C}"/>
          </ac:graphicFrameMkLst>
        </pc:graphicFrameChg>
        <pc:picChg chg="add del mod">
          <ac:chgData name="panwanke" userId="2eea59ba-b83b-4a63-b222-cef7f900ec6d" providerId="ADAL" clId="{9529A2F3-7C2E-4D7C-BE68-F9282F62F7CA}" dt="2022-06-26T09:22:39.227" v="2731" actId="478"/>
          <ac:picMkLst>
            <pc:docMk/>
            <pc:sldMk cId="2233840305" sldId="360"/>
            <ac:picMk id="6" creationId="{8192CE74-E631-75EE-B64D-64ED99332CFA}"/>
          </ac:picMkLst>
        </pc:picChg>
        <pc:picChg chg="del mod">
          <ac:chgData name="panwanke" userId="2eea59ba-b83b-4a63-b222-cef7f900ec6d" providerId="ADAL" clId="{9529A2F3-7C2E-4D7C-BE68-F9282F62F7CA}" dt="2022-06-26T09:22:38.476" v="2729" actId="478"/>
          <ac:picMkLst>
            <pc:docMk/>
            <pc:sldMk cId="2233840305" sldId="360"/>
            <ac:picMk id="8" creationId="{E0545ED1-23A0-DC95-0030-59246465B387}"/>
          </ac:picMkLst>
        </pc:picChg>
        <pc:picChg chg="add del mod">
          <ac:chgData name="panwanke" userId="2eea59ba-b83b-4a63-b222-cef7f900ec6d" providerId="ADAL" clId="{9529A2F3-7C2E-4D7C-BE68-F9282F62F7CA}" dt="2022-06-26T09:22:38.834" v="2730" actId="478"/>
          <ac:picMkLst>
            <pc:docMk/>
            <pc:sldMk cId="2233840305" sldId="360"/>
            <ac:picMk id="9" creationId="{27F1DC47-70DB-50D4-A37F-3EDC0C6CB9E9}"/>
          </ac:picMkLst>
        </pc:picChg>
        <pc:picChg chg="add del mod">
          <ac:chgData name="panwanke" userId="2eea59ba-b83b-4a63-b222-cef7f900ec6d" providerId="ADAL" clId="{9529A2F3-7C2E-4D7C-BE68-F9282F62F7CA}" dt="2022-06-26T09:22:39.563" v="2732" actId="478"/>
          <ac:picMkLst>
            <pc:docMk/>
            <pc:sldMk cId="2233840305" sldId="360"/>
            <ac:picMk id="11" creationId="{05255D81-13E0-0B1F-47EF-310AEC0E16CE}"/>
          </ac:picMkLst>
        </pc:picChg>
      </pc:sldChg>
      <pc:sldChg chg="add del">
        <pc:chgData name="panwanke" userId="2eea59ba-b83b-4a63-b222-cef7f900ec6d" providerId="ADAL" clId="{9529A2F3-7C2E-4D7C-BE68-F9282F62F7CA}" dt="2022-06-26T13:19:17.382" v="2927" actId="47"/>
        <pc:sldMkLst>
          <pc:docMk/>
          <pc:sldMk cId="498892118" sldId="361"/>
        </pc:sldMkLst>
      </pc:sldChg>
      <pc:sldChg chg="addSp delSp modSp add del mod ord">
        <pc:chgData name="panwanke" userId="2eea59ba-b83b-4a63-b222-cef7f900ec6d" providerId="ADAL" clId="{9529A2F3-7C2E-4D7C-BE68-F9282F62F7CA}" dt="2022-06-27T15:34:20.697" v="10776"/>
        <pc:sldMkLst>
          <pc:docMk/>
          <pc:sldMk cId="1481346924" sldId="361"/>
        </pc:sldMkLst>
        <pc:spChg chg="del">
          <ac:chgData name="panwanke" userId="2eea59ba-b83b-4a63-b222-cef7f900ec6d" providerId="ADAL" clId="{9529A2F3-7C2E-4D7C-BE68-F9282F62F7CA}" dt="2022-06-26T13:27:55.129" v="2955" actId="478"/>
          <ac:spMkLst>
            <pc:docMk/>
            <pc:sldMk cId="1481346924" sldId="361"/>
            <ac:spMk id="4" creationId="{E4FDB5A4-C30D-4425-BB5F-3BBF7F547CB0}"/>
          </ac:spMkLst>
        </pc:spChg>
        <pc:spChg chg="del mod">
          <ac:chgData name="panwanke" userId="2eea59ba-b83b-4a63-b222-cef7f900ec6d" providerId="ADAL" clId="{9529A2F3-7C2E-4D7C-BE68-F9282F62F7CA}" dt="2022-06-26T13:27:55.129" v="2955" actId="478"/>
          <ac:spMkLst>
            <pc:docMk/>
            <pc:sldMk cId="1481346924" sldId="361"/>
            <ac:spMk id="6" creationId="{22B4DCD0-426B-EDF5-0DD6-3EBEF3A1407C}"/>
          </ac:spMkLst>
        </pc:spChg>
        <pc:spChg chg="add del">
          <ac:chgData name="panwanke" userId="2eea59ba-b83b-4a63-b222-cef7f900ec6d" providerId="ADAL" clId="{9529A2F3-7C2E-4D7C-BE68-F9282F62F7CA}" dt="2022-06-26T13:39:20.842" v="3059" actId="478"/>
          <ac:spMkLst>
            <pc:docMk/>
            <pc:sldMk cId="1481346924" sldId="361"/>
            <ac:spMk id="7" creationId="{9DB010FB-381C-7245-77E1-7052BB034631}"/>
          </ac:spMkLst>
        </pc:spChg>
        <pc:spChg chg="add mod">
          <ac:chgData name="panwanke" userId="2eea59ba-b83b-4a63-b222-cef7f900ec6d" providerId="ADAL" clId="{9529A2F3-7C2E-4D7C-BE68-F9282F62F7CA}" dt="2022-06-26T13:30:21.044" v="2973" actId="113"/>
          <ac:spMkLst>
            <pc:docMk/>
            <pc:sldMk cId="1481346924" sldId="361"/>
            <ac:spMk id="10" creationId="{F2007DDB-377D-E15C-E363-77AC351522FB}"/>
          </ac:spMkLst>
        </pc:spChg>
        <pc:spChg chg="add">
          <ac:chgData name="panwanke" userId="2eea59ba-b83b-4a63-b222-cef7f900ec6d" providerId="ADAL" clId="{9529A2F3-7C2E-4D7C-BE68-F9282F62F7CA}" dt="2022-06-26T13:27:55.710" v="2956" actId="22"/>
          <ac:spMkLst>
            <pc:docMk/>
            <pc:sldMk cId="1481346924" sldId="361"/>
            <ac:spMk id="12" creationId="{32A60368-A50D-308B-97FD-0F578C63C846}"/>
          </ac:spMkLst>
        </pc:spChg>
        <pc:spChg chg="add del">
          <ac:chgData name="panwanke" userId="2eea59ba-b83b-4a63-b222-cef7f900ec6d" providerId="ADAL" clId="{9529A2F3-7C2E-4D7C-BE68-F9282F62F7CA}" dt="2022-06-26T13:31:30.738" v="2977" actId="478"/>
          <ac:spMkLst>
            <pc:docMk/>
            <pc:sldMk cId="1481346924" sldId="361"/>
            <ac:spMk id="14" creationId="{A174F2B9-FAF2-524D-0EAC-884C35C40C4E}"/>
          </ac:spMkLst>
        </pc:spChg>
        <pc:spChg chg="add del">
          <ac:chgData name="panwanke" userId="2eea59ba-b83b-4a63-b222-cef7f900ec6d" providerId="ADAL" clId="{9529A2F3-7C2E-4D7C-BE68-F9282F62F7CA}" dt="2022-06-26T13:30:59.244" v="2976"/>
          <ac:spMkLst>
            <pc:docMk/>
            <pc:sldMk cId="1481346924" sldId="361"/>
            <ac:spMk id="16" creationId="{1B0A4E99-A101-CB6B-49F1-4B8893D9FBFA}"/>
          </ac:spMkLst>
        </pc:spChg>
        <pc:spChg chg="add del mod">
          <ac:chgData name="panwanke" userId="2eea59ba-b83b-4a63-b222-cef7f900ec6d" providerId="ADAL" clId="{9529A2F3-7C2E-4D7C-BE68-F9282F62F7CA}" dt="2022-06-26T13:30:59.244" v="2976"/>
          <ac:spMkLst>
            <pc:docMk/>
            <pc:sldMk cId="1481346924" sldId="361"/>
            <ac:spMk id="17" creationId="{F2FB464D-1D4A-D188-F350-A9EA9B82AD45}"/>
          </ac:spMkLst>
        </pc:spChg>
        <pc:spChg chg="mod">
          <ac:chgData name="panwanke" userId="2eea59ba-b83b-4a63-b222-cef7f900ec6d" providerId="ADAL" clId="{9529A2F3-7C2E-4D7C-BE68-F9282F62F7CA}" dt="2022-06-26T13:30:59.244" v="2976"/>
          <ac:spMkLst>
            <pc:docMk/>
            <pc:sldMk cId="1481346924" sldId="361"/>
            <ac:spMk id="18" creationId="{4D972064-3BDA-6808-C6E0-C575E1CA41A4}"/>
          </ac:spMkLst>
        </pc:spChg>
        <pc:spChg chg="add">
          <ac:chgData name="panwanke" userId="2eea59ba-b83b-4a63-b222-cef7f900ec6d" providerId="ADAL" clId="{9529A2F3-7C2E-4D7C-BE68-F9282F62F7CA}" dt="2022-06-26T13:31:31.149" v="2978" actId="22"/>
          <ac:spMkLst>
            <pc:docMk/>
            <pc:sldMk cId="1481346924" sldId="361"/>
            <ac:spMk id="20" creationId="{D52C98F1-5929-D118-BF37-D6010F1EEB3F}"/>
          </ac:spMkLst>
        </pc:spChg>
        <pc:spChg chg="add mod">
          <ac:chgData name="panwanke" userId="2eea59ba-b83b-4a63-b222-cef7f900ec6d" providerId="ADAL" clId="{9529A2F3-7C2E-4D7C-BE68-F9282F62F7CA}" dt="2022-06-26T13:39:16.213" v="3057"/>
          <ac:spMkLst>
            <pc:docMk/>
            <pc:sldMk cId="1481346924" sldId="361"/>
            <ac:spMk id="21" creationId="{E4FDB5A4-C30D-4425-BB5F-3BBF7F547CB0}"/>
          </ac:spMkLst>
        </pc:spChg>
        <pc:spChg chg="add mod">
          <ac:chgData name="panwanke" userId="2eea59ba-b83b-4a63-b222-cef7f900ec6d" providerId="ADAL" clId="{9529A2F3-7C2E-4D7C-BE68-F9282F62F7CA}" dt="2022-06-26T13:39:22.858" v="3061"/>
          <ac:spMkLst>
            <pc:docMk/>
            <pc:sldMk cId="1481346924" sldId="361"/>
            <ac:spMk id="22" creationId="{E4FDB5A4-C30D-4425-BB5F-3BBF7F547CB0}"/>
          </ac:spMkLst>
        </pc:spChg>
        <pc:spChg chg="add">
          <ac:chgData name="panwanke" userId="2eea59ba-b83b-4a63-b222-cef7f900ec6d" providerId="ADAL" clId="{9529A2F3-7C2E-4D7C-BE68-F9282F62F7CA}" dt="2022-06-26T13:39:28.051" v="3062" actId="22"/>
          <ac:spMkLst>
            <pc:docMk/>
            <pc:sldMk cId="1481346924" sldId="361"/>
            <ac:spMk id="24" creationId="{FE7648C9-6EF0-762B-6BAD-DDCE57DB2F8B}"/>
          </ac:spMkLst>
        </pc:spChg>
        <pc:spChg chg="add">
          <ac:chgData name="panwanke" userId="2eea59ba-b83b-4a63-b222-cef7f900ec6d" providerId="ADAL" clId="{9529A2F3-7C2E-4D7C-BE68-F9282F62F7CA}" dt="2022-06-26T15:00:45.092" v="3807" actId="22"/>
          <ac:spMkLst>
            <pc:docMk/>
            <pc:sldMk cId="1481346924" sldId="361"/>
            <ac:spMk id="26" creationId="{7B1ABA46-9DC6-F14A-1817-9F4CAA0C5B8E}"/>
          </ac:spMkLst>
        </pc:spChg>
        <pc:spChg chg="add">
          <ac:chgData name="panwanke" userId="2eea59ba-b83b-4a63-b222-cef7f900ec6d" providerId="ADAL" clId="{9529A2F3-7C2E-4D7C-BE68-F9282F62F7CA}" dt="2022-06-26T15:00:45.092" v="3807" actId="22"/>
          <ac:spMkLst>
            <pc:docMk/>
            <pc:sldMk cId="1481346924" sldId="361"/>
            <ac:spMk id="28" creationId="{D41F2198-6976-CF57-8265-A77284625B0A}"/>
          </ac:spMkLst>
        </pc:spChg>
        <pc:spChg chg="add">
          <ac:chgData name="panwanke" userId="2eea59ba-b83b-4a63-b222-cef7f900ec6d" providerId="ADAL" clId="{9529A2F3-7C2E-4D7C-BE68-F9282F62F7CA}" dt="2022-06-26T15:00:45.092" v="3807" actId="22"/>
          <ac:spMkLst>
            <pc:docMk/>
            <pc:sldMk cId="1481346924" sldId="361"/>
            <ac:spMk id="30" creationId="{75A0BE2D-4094-C860-83AD-E2EC147DA808}"/>
          </ac:spMkLst>
        </pc:spChg>
        <pc:spChg chg="add">
          <ac:chgData name="panwanke" userId="2eea59ba-b83b-4a63-b222-cef7f900ec6d" providerId="ADAL" clId="{9529A2F3-7C2E-4D7C-BE68-F9282F62F7CA}" dt="2022-06-26T15:00:45.092" v="3807" actId="22"/>
          <ac:spMkLst>
            <pc:docMk/>
            <pc:sldMk cId="1481346924" sldId="361"/>
            <ac:spMk id="32" creationId="{CC4DC9C9-A600-9AF6-4842-DFCC5B3607C4}"/>
          </ac:spMkLst>
        </pc:spChg>
        <pc:spChg chg="add">
          <ac:chgData name="panwanke" userId="2eea59ba-b83b-4a63-b222-cef7f900ec6d" providerId="ADAL" clId="{9529A2F3-7C2E-4D7C-BE68-F9282F62F7CA}" dt="2022-06-26T15:00:45.092" v="3807" actId="22"/>
          <ac:spMkLst>
            <pc:docMk/>
            <pc:sldMk cId="1481346924" sldId="361"/>
            <ac:spMk id="34" creationId="{F11EBB11-6E22-FD32-FEF7-1761A00C2FAF}"/>
          </ac:spMkLst>
        </pc:spChg>
        <pc:spChg chg="add">
          <ac:chgData name="panwanke" userId="2eea59ba-b83b-4a63-b222-cef7f900ec6d" providerId="ADAL" clId="{9529A2F3-7C2E-4D7C-BE68-F9282F62F7CA}" dt="2022-06-26T15:00:45.092" v="3807" actId="22"/>
          <ac:spMkLst>
            <pc:docMk/>
            <pc:sldMk cId="1481346924" sldId="361"/>
            <ac:spMk id="36" creationId="{D670309C-B92E-56F3-28B8-D7FBEDEFE86F}"/>
          </ac:spMkLst>
        </pc:spChg>
        <pc:spChg chg="add">
          <ac:chgData name="panwanke" userId="2eea59ba-b83b-4a63-b222-cef7f900ec6d" providerId="ADAL" clId="{9529A2F3-7C2E-4D7C-BE68-F9282F62F7CA}" dt="2022-06-26T15:00:45.092" v="3807" actId="22"/>
          <ac:spMkLst>
            <pc:docMk/>
            <pc:sldMk cId="1481346924" sldId="361"/>
            <ac:spMk id="38" creationId="{21039581-65CB-EF46-6058-F4AD208FA008}"/>
          </ac:spMkLst>
        </pc:spChg>
      </pc:sldChg>
      <pc:sldChg chg="add del">
        <pc:chgData name="panwanke" userId="2eea59ba-b83b-4a63-b222-cef7f900ec6d" providerId="ADAL" clId="{9529A2F3-7C2E-4D7C-BE68-F9282F62F7CA}" dt="2022-06-26T13:19:17.382" v="2927" actId="47"/>
        <pc:sldMkLst>
          <pc:docMk/>
          <pc:sldMk cId="195783165" sldId="362"/>
        </pc:sldMkLst>
      </pc:sldChg>
      <pc:sldChg chg="addSp delSp modSp add mod ord">
        <pc:chgData name="panwanke" userId="2eea59ba-b83b-4a63-b222-cef7f900ec6d" providerId="ADAL" clId="{9529A2F3-7C2E-4D7C-BE68-F9282F62F7CA}" dt="2022-06-27T15:34:20.697" v="10776"/>
        <pc:sldMkLst>
          <pc:docMk/>
          <pc:sldMk cId="330027102" sldId="362"/>
        </pc:sldMkLst>
        <pc:spChg chg="del">
          <ac:chgData name="panwanke" userId="2eea59ba-b83b-4a63-b222-cef7f900ec6d" providerId="ADAL" clId="{9529A2F3-7C2E-4D7C-BE68-F9282F62F7CA}" dt="2022-06-26T13:28:03.028" v="2957" actId="478"/>
          <ac:spMkLst>
            <pc:docMk/>
            <pc:sldMk cId="330027102" sldId="362"/>
            <ac:spMk id="4" creationId="{E4FDB5A4-C30D-4425-BB5F-3BBF7F547CB0}"/>
          </ac:spMkLst>
        </pc:spChg>
        <pc:spChg chg="del">
          <ac:chgData name="panwanke" userId="2eea59ba-b83b-4a63-b222-cef7f900ec6d" providerId="ADAL" clId="{9529A2F3-7C2E-4D7C-BE68-F9282F62F7CA}" dt="2022-06-26T13:28:03.028" v="2957" actId="478"/>
          <ac:spMkLst>
            <pc:docMk/>
            <pc:sldMk cId="330027102" sldId="362"/>
            <ac:spMk id="6" creationId="{22B4DCD0-426B-EDF5-0DD6-3EBEF3A1407C}"/>
          </ac:spMkLst>
        </pc:spChg>
        <pc:spChg chg="add del">
          <ac:chgData name="panwanke" userId="2eea59ba-b83b-4a63-b222-cef7f900ec6d" providerId="ADAL" clId="{9529A2F3-7C2E-4D7C-BE68-F9282F62F7CA}" dt="2022-06-26T13:39:30.901" v="3063" actId="478"/>
          <ac:spMkLst>
            <pc:docMk/>
            <pc:sldMk cId="330027102" sldId="362"/>
            <ac:spMk id="7" creationId="{28705F47-60A9-D503-B555-B5FCE44F86C4}"/>
          </ac:spMkLst>
        </pc:spChg>
        <pc:spChg chg="add">
          <ac:chgData name="panwanke" userId="2eea59ba-b83b-4a63-b222-cef7f900ec6d" providerId="ADAL" clId="{9529A2F3-7C2E-4D7C-BE68-F9282F62F7CA}" dt="2022-06-26T13:28:03.859" v="2958" actId="22"/>
          <ac:spMkLst>
            <pc:docMk/>
            <pc:sldMk cId="330027102" sldId="362"/>
            <ac:spMk id="10" creationId="{97F1EB25-2F1E-2B99-0074-C0761517E376}"/>
          </ac:spMkLst>
        </pc:spChg>
        <pc:spChg chg="add mod">
          <ac:chgData name="panwanke" userId="2eea59ba-b83b-4a63-b222-cef7f900ec6d" providerId="ADAL" clId="{9529A2F3-7C2E-4D7C-BE68-F9282F62F7CA}" dt="2022-06-26T13:30:19.104" v="2972" actId="113"/>
          <ac:spMkLst>
            <pc:docMk/>
            <pc:sldMk cId="330027102" sldId="362"/>
            <ac:spMk id="12" creationId="{7DA1E30E-703B-59F7-FA3F-5B5769FE5E37}"/>
          </ac:spMkLst>
        </pc:spChg>
        <pc:spChg chg="add del">
          <ac:chgData name="panwanke" userId="2eea59ba-b83b-4a63-b222-cef7f900ec6d" providerId="ADAL" clId="{9529A2F3-7C2E-4D7C-BE68-F9282F62F7CA}" dt="2022-06-26T13:31:34.128" v="2979" actId="478"/>
          <ac:spMkLst>
            <pc:docMk/>
            <pc:sldMk cId="330027102" sldId="362"/>
            <ac:spMk id="14" creationId="{D0AB6FB8-6F1A-5348-3E93-9DD397440288}"/>
          </ac:spMkLst>
        </pc:spChg>
        <pc:spChg chg="add del">
          <ac:chgData name="panwanke" userId="2eea59ba-b83b-4a63-b222-cef7f900ec6d" providerId="ADAL" clId="{9529A2F3-7C2E-4D7C-BE68-F9282F62F7CA}" dt="2022-06-26T13:32:59.768" v="2985"/>
          <ac:spMkLst>
            <pc:docMk/>
            <pc:sldMk cId="330027102" sldId="362"/>
            <ac:spMk id="16" creationId="{8A6C7BF2-DDBB-05CB-AFFB-8E61D847E18E}"/>
          </ac:spMkLst>
        </pc:spChg>
        <pc:spChg chg="add">
          <ac:chgData name="panwanke" userId="2eea59ba-b83b-4a63-b222-cef7f900ec6d" providerId="ADAL" clId="{9529A2F3-7C2E-4D7C-BE68-F9282F62F7CA}" dt="2022-06-26T13:31:34.452" v="2980" actId="22"/>
          <ac:spMkLst>
            <pc:docMk/>
            <pc:sldMk cId="330027102" sldId="362"/>
            <ac:spMk id="18" creationId="{01E38633-20B7-B92C-A31C-E68F004C4516}"/>
          </ac:spMkLst>
        </pc:spChg>
        <pc:spChg chg="add del">
          <ac:chgData name="panwanke" userId="2eea59ba-b83b-4a63-b222-cef7f900ec6d" providerId="ADAL" clId="{9529A2F3-7C2E-4D7C-BE68-F9282F62F7CA}" dt="2022-06-26T13:32:59.768" v="2985"/>
          <ac:spMkLst>
            <pc:docMk/>
            <pc:sldMk cId="330027102" sldId="362"/>
            <ac:spMk id="19" creationId="{BBEECA44-810B-1F15-6250-038AE0A9D7E8}"/>
          </ac:spMkLst>
        </pc:spChg>
        <pc:spChg chg="mod">
          <ac:chgData name="panwanke" userId="2eea59ba-b83b-4a63-b222-cef7f900ec6d" providerId="ADAL" clId="{9529A2F3-7C2E-4D7C-BE68-F9282F62F7CA}" dt="2022-06-26T13:32:59.768" v="2985"/>
          <ac:spMkLst>
            <pc:docMk/>
            <pc:sldMk cId="330027102" sldId="362"/>
            <ac:spMk id="20" creationId="{37B5FCF3-0B14-1B90-7BBD-33BD9A09A0C4}"/>
          </ac:spMkLst>
        </pc:spChg>
        <pc:spChg chg="add">
          <ac:chgData name="panwanke" userId="2eea59ba-b83b-4a63-b222-cef7f900ec6d" providerId="ADAL" clId="{9529A2F3-7C2E-4D7C-BE68-F9282F62F7CA}" dt="2022-06-26T13:39:31.607" v="3064" actId="22"/>
          <ac:spMkLst>
            <pc:docMk/>
            <pc:sldMk cId="330027102" sldId="362"/>
            <ac:spMk id="22" creationId="{9FB900AC-308B-8BEC-8766-54A140589A82}"/>
          </ac:spMkLst>
        </pc:spChg>
        <pc:spChg chg="add">
          <ac:chgData name="panwanke" userId="2eea59ba-b83b-4a63-b222-cef7f900ec6d" providerId="ADAL" clId="{9529A2F3-7C2E-4D7C-BE68-F9282F62F7CA}" dt="2022-06-26T15:00:46.232" v="3808" actId="22"/>
          <ac:spMkLst>
            <pc:docMk/>
            <pc:sldMk cId="330027102" sldId="362"/>
            <ac:spMk id="24" creationId="{5CB66BB9-1501-F712-C3CA-AEB7EED377D2}"/>
          </ac:spMkLst>
        </pc:spChg>
        <pc:spChg chg="add">
          <ac:chgData name="panwanke" userId="2eea59ba-b83b-4a63-b222-cef7f900ec6d" providerId="ADAL" clId="{9529A2F3-7C2E-4D7C-BE68-F9282F62F7CA}" dt="2022-06-26T15:00:46.232" v="3808" actId="22"/>
          <ac:spMkLst>
            <pc:docMk/>
            <pc:sldMk cId="330027102" sldId="362"/>
            <ac:spMk id="26" creationId="{A9518DD9-617A-C0EF-AEE6-D94B9D7ECFD0}"/>
          </ac:spMkLst>
        </pc:spChg>
        <pc:spChg chg="add">
          <ac:chgData name="panwanke" userId="2eea59ba-b83b-4a63-b222-cef7f900ec6d" providerId="ADAL" clId="{9529A2F3-7C2E-4D7C-BE68-F9282F62F7CA}" dt="2022-06-26T15:00:46.232" v="3808" actId="22"/>
          <ac:spMkLst>
            <pc:docMk/>
            <pc:sldMk cId="330027102" sldId="362"/>
            <ac:spMk id="28" creationId="{FCA8CF5D-FC71-5355-1387-011244F96504}"/>
          </ac:spMkLst>
        </pc:spChg>
        <pc:spChg chg="add">
          <ac:chgData name="panwanke" userId="2eea59ba-b83b-4a63-b222-cef7f900ec6d" providerId="ADAL" clId="{9529A2F3-7C2E-4D7C-BE68-F9282F62F7CA}" dt="2022-06-26T15:00:46.232" v="3808" actId="22"/>
          <ac:spMkLst>
            <pc:docMk/>
            <pc:sldMk cId="330027102" sldId="362"/>
            <ac:spMk id="30" creationId="{C4F92CC5-FF45-DD86-5E80-5B50FD9FF74E}"/>
          </ac:spMkLst>
        </pc:spChg>
        <pc:spChg chg="add">
          <ac:chgData name="panwanke" userId="2eea59ba-b83b-4a63-b222-cef7f900ec6d" providerId="ADAL" clId="{9529A2F3-7C2E-4D7C-BE68-F9282F62F7CA}" dt="2022-06-26T15:00:46.232" v="3808" actId="22"/>
          <ac:spMkLst>
            <pc:docMk/>
            <pc:sldMk cId="330027102" sldId="362"/>
            <ac:spMk id="32" creationId="{3059E1CD-2ECE-2DD8-2A84-57CA5143C138}"/>
          </ac:spMkLst>
        </pc:spChg>
        <pc:spChg chg="add">
          <ac:chgData name="panwanke" userId="2eea59ba-b83b-4a63-b222-cef7f900ec6d" providerId="ADAL" clId="{9529A2F3-7C2E-4D7C-BE68-F9282F62F7CA}" dt="2022-06-26T15:00:46.232" v="3808" actId="22"/>
          <ac:spMkLst>
            <pc:docMk/>
            <pc:sldMk cId="330027102" sldId="362"/>
            <ac:spMk id="34" creationId="{B5BF9EE0-522C-2BBB-C59B-64A4F46E5C51}"/>
          </ac:spMkLst>
        </pc:spChg>
        <pc:spChg chg="add">
          <ac:chgData name="panwanke" userId="2eea59ba-b83b-4a63-b222-cef7f900ec6d" providerId="ADAL" clId="{9529A2F3-7C2E-4D7C-BE68-F9282F62F7CA}" dt="2022-06-26T15:00:46.232" v="3808" actId="22"/>
          <ac:spMkLst>
            <pc:docMk/>
            <pc:sldMk cId="330027102" sldId="362"/>
            <ac:spMk id="36" creationId="{CC1084E6-9F08-B1FB-1389-18C02048A48D}"/>
          </ac:spMkLst>
        </pc:spChg>
      </pc:sldChg>
      <pc:sldChg chg="addSp delSp modSp add mod ord modNotesTx">
        <pc:chgData name="panwanke" userId="2eea59ba-b83b-4a63-b222-cef7f900ec6d" providerId="ADAL" clId="{9529A2F3-7C2E-4D7C-BE68-F9282F62F7CA}" dt="2022-06-27T15:34:20.697" v="10776"/>
        <pc:sldMkLst>
          <pc:docMk/>
          <pc:sldMk cId="594684557" sldId="363"/>
        </pc:sldMkLst>
        <pc:spChg chg="del">
          <ac:chgData name="panwanke" userId="2eea59ba-b83b-4a63-b222-cef7f900ec6d" providerId="ADAL" clId="{9529A2F3-7C2E-4D7C-BE68-F9282F62F7CA}" dt="2022-06-26T13:28:07.747" v="2959" actId="478"/>
          <ac:spMkLst>
            <pc:docMk/>
            <pc:sldMk cId="594684557" sldId="363"/>
            <ac:spMk id="4" creationId="{E4FDB5A4-C30D-4425-BB5F-3BBF7F547CB0}"/>
          </ac:spMkLst>
        </pc:spChg>
        <pc:spChg chg="del">
          <ac:chgData name="panwanke" userId="2eea59ba-b83b-4a63-b222-cef7f900ec6d" providerId="ADAL" clId="{9529A2F3-7C2E-4D7C-BE68-F9282F62F7CA}" dt="2022-06-26T13:28:07.747" v="2959" actId="478"/>
          <ac:spMkLst>
            <pc:docMk/>
            <pc:sldMk cId="594684557" sldId="363"/>
            <ac:spMk id="6" creationId="{22B4DCD0-426B-EDF5-0DD6-3EBEF3A1407C}"/>
          </ac:spMkLst>
        </pc:spChg>
        <pc:spChg chg="add del">
          <ac:chgData name="panwanke" userId="2eea59ba-b83b-4a63-b222-cef7f900ec6d" providerId="ADAL" clId="{9529A2F3-7C2E-4D7C-BE68-F9282F62F7CA}" dt="2022-06-26T13:39:35.060" v="3065" actId="478"/>
          <ac:spMkLst>
            <pc:docMk/>
            <pc:sldMk cId="594684557" sldId="363"/>
            <ac:spMk id="7" creationId="{7F70990A-17DB-AEB9-F339-C070D90B5A7E}"/>
          </ac:spMkLst>
        </pc:spChg>
        <pc:spChg chg="add mod">
          <ac:chgData name="panwanke" userId="2eea59ba-b83b-4a63-b222-cef7f900ec6d" providerId="ADAL" clId="{9529A2F3-7C2E-4D7C-BE68-F9282F62F7CA}" dt="2022-06-26T13:30:15.652" v="2970" actId="113"/>
          <ac:spMkLst>
            <pc:docMk/>
            <pc:sldMk cId="594684557" sldId="363"/>
            <ac:spMk id="10" creationId="{EBBAD060-9A94-FE86-0BF3-1BE3F5AF2FBD}"/>
          </ac:spMkLst>
        </pc:spChg>
        <pc:spChg chg="add">
          <ac:chgData name="panwanke" userId="2eea59ba-b83b-4a63-b222-cef7f900ec6d" providerId="ADAL" clId="{9529A2F3-7C2E-4D7C-BE68-F9282F62F7CA}" dt="2022-06-26T13:28:08.132" v="2960" actId="22"/>
          <ac:spMkLst>
            <pc:docMk/>
            <pc:sldMk cId="594684557" sldId="363"/>
            <ac:spMk id="12" creationId="{165D0CF0-9987-0710-2A4B-86D47495D366}"/>
          </ac:spMkLst>
        </pc:spChg>
        <pc:spChg chg="add del mod">
          <ac:chgData name="panwanke" userId="2eea59ba-b83b-4a63-b222-cef7f900ec6d" providerId="ADAL" clId="{9529A2F3-7C2E-4D7C-BE68-F9282F62F7CA}" dt="2022-06-26T13:31:37.602" v="2981" actId="478"/>
          <ac:spMkLst>
            <pc:docMk/>
            <pc:sldMk cId="594684557" sldId="363"/>
            <ac:spMk id="14" creationId="{27D9B373-C7AB-B7C5-35B2-03EC134B81F7}"/>
          </ac:spMkLst>
        </pc:spChg>
        <pc:spChg chg="add del mod">
          <ac:chgData name="panwanke" userId="2eea59ba-b83b-4a63-b222-cef7f900ec6d" providerId="ADAL" clId="{9529A2F3-7C2E-4D7C-BE68-F9282F62F7CA}" dt="2022-06-26T13:33:19.080" v="2986" actId="478"/>
          <ac:spMkLst>
            <pc:docMk/>
            <pc:sldMk cId="594684557" sldId="363"/>
            <ac:spMk id="15" creationId="{324CF738-F0DF-6B7D-91C6-C310DA3A5B75}"/>
          </ac:spMkLst>
        </pc:spChg>
        <pc:spChg chg="add mod">
          <ac:chgData name="panwanke" userId="2eea59ba-b83b-4a63-b222-cef7f900ec6d" providerId="ADAL" clId="{9529A2F3-7C2E-4D7C-BE68-F9282F62F7CA}" dt="2022-06-26T13:31:40.254" v="2983" actId="113"/>
          <ac:spMkLst>
            <pc:docMk/>
            <pc:sldMk cId="594684557" sldId="363"/>
            <ac:spMk id="17" creationId="{B9FA4E65-BB21-3506-401D-57AD3440A4CA}"/>
          </ac:spMkLst>
        </pc:spChg>
        <pc:spChg chg="add">
          <ac:chgData name="panwanke" userId="2eea59ba-b83b-4a63-b222-cef7f900ec6d" providerId="ADAL" clId="{9529A2F3-7C2E-4D7C-BE68-F9282F62F7CA}" dt="2022-06-26T13:39:35.752" v="3066" actId="22"/>
          <ac:spMkLst>
            <pc:docMk/>
            <pc:sldMk cId="594684557" sldId="363"/>
            <ac:spMk id="23" creationId="{B29E11F5-56A3-6DA2-F869-E57816E97BD4}"/>
          </ac:spMkLst>
        </pc:spChg>
        <pc:spChg chg="add">
          <ac:chgData name="panwanke" userId="2eea59ba-b83b-4a63-b222-cef7f900ec6d" providerId="ADAL" clId="{9529A2F3-7C2E-4D7C-BE68-F9282F62F7CA}" dt="2022-06-26T15:00:48.207" v="3809" actId="22"/>
          <ac:spMkLst>
            <pc:docMk/>
            <pc:sldMk cId="594684557" sldId="363"/>
            <ac:spMk id="25" creationId="{F2A0E283-BECE-206B-884A-1064294E4B49}"/>
          </ac:spMkLst>
        </pc:spChg>
        <pc:spChg chg="add">
          <ac:chgData name="panwanke" userId="2eea59ba-b83b-4a63-b222-cef7f900ec6d" providerId="ADAL" clId="{9529A2F3-7C2E-4D7C-BE68-F9282F62F7CA}" dt="2022-06-26T15:00:48.207" v="3809" actId="22"/>
          <ac:spMkLst>
            <pc:docMk/>
            <pc:sldMk cId="594684557" sldId="363"/>
            <ac:spMk id="27" creationId="{7DB3ABED-8649-BBD9-306B-054CCD514716}"/>
          </ac:spMkLst>
        </pc:spChg>
        <pc:spChg chg="add">
          <ac:chgData name="panwanke" userId="2eea59ba-b83b-4a63-b222-cef7f900ec6d" providerId="ADAL" clId="{9529A2F3-7C2E-4D7C-BE68-F9282F62F7CA}" dt="2022-06-26T15:00:48.207" v="3809" actId="22"/>
          <ac:spMkLst>
            <pc:docMk/>
            <pc:sldMk cId="594684557" sldId="363"/>
            <ac:spMk id="29" creationId="{DF1B4A20-6CEE-4764-89B1-AF1644011D37}"/>
          </ac:spMkLst>
        </pc:spChg>
        <pc:spChg chg="add">
          <ac:chgData name="panwanke" userId="2eea59ba-b83b-4a63-b222-cef7f900ec6d" providerId="ADAL" clId="{9529A2F3-7C2E-4D7C-BE68-F9282F62F7CA}" dt="2022-06-26T15:00:48.207" v="3809" actId="22"/>
          <ac:spMkLst>
            <pc:docMk/>
            <pc:sldMk cId="594684557" sldId="363"/>
            <ac:spMk id="31" creationId="{1239C0BC-23F5-6BF1-82B4-D71949A7526E}"/>
          </ac:spMkLst>
        </pc:spChg>
        <pc:spChg chg="add">
          <ac:chgData name="panwanke" userId="2eea59ba-b83b-4a63-b222-cef7f900ec6d" providerId="ADAL" clId="{9529A2F3-7C2E-4D7C-BE68-F9282F62F7CA}" dt="2022-06-26T15:00:48.207" v="3809" actId="22"/>
          <ac:spMkLst>
            <pc:docMk/>
            <pc:sldMk cId="594684557" sldId="363"/>
            <ac:spMk id="33" creationId="{76E3CE1E-0EF9-63EA-578E-87EFA2C5A191}"/>
          </ac:spMkLst>
        </pc:spChg>
        <pc:spChg chg="add">
          <ac:chgData name="panwanke" userId="2eea59ba-b83b-4a63-b222-cef7f900ec6d" providerId="ADAL" clId="{9529A2F3-7C2E-4D7C-BE68-F9282F62F7CA}" dt="2022-06-26T15:00:48.207" v="3809" actId="22"/>
          <ac:spMkLst>
            <pc:docMk/>
            <pc:sldMk cId="594684557" sldId="363"/>
            <ac:spMk id="35" creationId="{32820EAB-16D7-4627-199B-FEF11FF9939D}"/>
          </ac:spMkLst>
        </pc:spChg>
        <pc:spChg chg="add">
          <ac:chgData name="panwanke" userId="2eea59ba-b83b-4a63-b222-cef7f900ec6d" providerId="ADAL" clId="{9529A2F3-7C2E-4D7C-BE68-F9282F62F7CA}" dt="2022-06-26T15:00:48.207" v="3809" actId="22"/>
          <ac:spMkLst>
            <pc:docMk/>
            <pc:sldMk cId="594684557" sldId="363"/>
            <ac:spMk id="37" creationId="{EA2F4922-744B-4195-8C20-25521F2B94EC}"/>
          </ac:spMkLst>
        </pc:spChg>
        <pc:picChg chg="del">
          <ac:chgData name="panwanke" userId="2eea59ba-b83b-4a63-b222-cef7f900ec6d" providerId="ADAL" clId="{9529A2F3-7C2E-4D7C-BE68-F9282F62F7CA}" dt="2022-06-26T13:33:19.567" v="2987" actId="478"/>
          <ac:picMkLst>
            <pc:docMk/>
            <pc:sldMk cId="594684557" sldId="363"/>
            <ac:picMk id="8" creationId="{E0545ED1-23A0-DC95-0030-59246465B387}"/>
          </ac:picMkLst>
        </pc:picChg>
        <pc:picChg chg="add mod">
          <ac:chgData name="panwanke" userId="2eea59ba-b83b-4a63-b222-cef7f900ec6d" providerId="ADAL" clId="{9529A2F3-7C2E-4D7C-BE68-F9282F62F7CA}" dt="2022-06-26T13:36:18.626" v="2996" actId="1076"/>
          <ac:picMkLst>
            <pc:docMk/>
            <pc:sldMk cId="594684557" sldId="363"/>
            <ac:picMk id="19" creationId="{2F3EB397-2E20-B3F4-586F-A9576168982F}"/>
          </ac:picMkLst>
        </pc:picChg>
        <pc:picChg chg="add mod">
          <ac:chgData name="panwanke" userId="2eea59ba-b83b-4a63-b222-cef7f900ec6d" providerId="ADAL" clId="{9529A2F3-7C2E-4D7C-BE68-F9282F62F7CA}" dt="2022-06-26T13:37:11.383" v="3022" actId="14100"/>
          <ac:picMkLst>
            <pc:docMk/>
            <pc:sldMk cId="594684557" sldId="363"/>
            <ac:picMk id="21" creationId="{D02EEC0C-1A80-26B6-7714-8431665671DE}"/>
          </ac:picMkLst>
        </pc:picChg>
      </pc:sldChg>
      <pc:sldChg chg="addSp delSp modSp add mod ord modNotesTx">
        <pc:chgData name="panwanke" userId="2eea59ba-b83b-4a63-b222-cef7f900ec6d" providerId="ADAL" clId="{9529A2F3-7C2E-4D7C-BE68-F9282F62F7CA}" dt="2022-06-27T15:34:20.697" v="10776"/>
        <pc:sldMkLst>
          <pc:docMk/>
          <pc:sldMk cId="3003713431" sldId="364"/>
        </pc:sldMkLst>
        <pc:spChg chg="add mod">
          <ac:chgData name="panwanke" userId="2eea59ba-b83b-4a63-b222-cef7f900ec6d" providerId="ADAL" clId="{9529A2F3-7C2E-4D7C-BE68-F9282F62F7CA}" dt="2022-06-26T13:41:48.513" v="3113" actId="113"/>
          <ac:spMkLst>
            <pc:docMk/>
            <pc:sldMk cId="3003713431" sldId="364"/>
            <ac:spMk id="4" creationId="{B39BD59C-4396-7141-32F1-9B1B4B903820}"/>
          </ac:spMkLst>
        </pc:spChg>
        <pc:spChg chg="add">
          <ac:chgData name="panwanke" userId="2eea59ba-b83b-4a63-b222-cef7f900ec6d" providerId="ADAL" clId="{9529A2F3-7C2E-4D7C-BE68-F9282F62F7CA}" dt="2022-06-26T13:41:41.359" v="3110" actId="22"/>
          <ac:spMkLst>
            <pc:docMk/>
            <pc:sldMk cId="3003713431" sldId="364"/>
            <ac:spMk id="8" creationId="{B2E7C880-8880-BE22-8420-1F85AE231441}"/>
          </ac:spMkLst>
        </pc:spChg>
        <pc:spChg chg="del mod">
          <ac:chgData name="panwanke" userId="2eea59ba-b83b-4a63-b222-cef7f900ec6d" providerId="ADAL" clId="{9529A2F3-7C2E-4D7C-BE68-F9282F62F7CA}" dt="2022-06-26T13:43:29.087" v="3186"/>
          <ac:spMkLst>
            <pc:docMk/>
            <pc:sldMk cId="3003713431" sldId="364"/>
            <ac:spMk id="10" creationId="{61366F82-A57D-2FFD-6536-EAD4DC49CA8A}"/>
          </ac:spMkLst>
        </pc:spChg>
        <pc:spChg chg="add">
          <ac:chgData name="panwanke" userId="2eea59ba-b83b-4a63-b222-cef7f900ec6d" providerId="ADAL" clId="{9529A2F3-7C2E-4D7C-BE68-F9282F62F7CA}" dt="2022-06-26T13:41:41.359" v="3110" actId="22"/>
          <ac:spMkLst>
            <pc:docMk/>
            <pc:sldMk cId="3003713431" sldId="364"/>
            <ac:spMk id="11" creationId="{026EFEAE-983D-C3AD-1128-EDEC46BEE0AE}"/>
          </ac:spMkLst>
        </pc:spChg>
        <pc:spChg chg="add del">
          <ac:chgData name="panwanke" userId="2eea59ba-b83b-4a63-b222-cef7f900ec6d" providerId="ADAL" clId="{9529A2F3-7C2E-4D7C-BE68-F9282F62F7CA}" dt="2022-06-26T13:43:29.087" v="3186"/>
          <ac:spMkLst>
            <pc:docMk/>
            <pc:sldMk cId="3003713431" sldId="364"/>
            <ac:spMk id="12" creationId="{3FE0AB72-5B6F-0A33-2C12-645B579D7DBB}"/>
          </ac:spMkLst>
        </pc:spChg>
        <pc:spChg chg="del">
          <ac:chgData name="panwanke" userId="2eea59ba-b83b-4a63-b222-cef7f900ec6d" providerId="ADAL" clId="{9529A2F3-7C2E-4D7C-BE68-F9282F62F7CA}" dt="2022-06-26T13:41:34.545" v="3107" actId="478"/>
          <ac:spMkLst>
            <pc:docMk/>
            <pc:sldMk cId="3003713431" sldId="364"/>
            <ac:spMk id="14" creationId="{4B376FED-300E-C80C-74CE-FD128C2156B6}"/>
          </ac:spMkLst>
        </pc:spChg>
        <pc:spChg chg="add del mod">
          <ac:chgData name="panwanke" userId="2eea59ba-b83b-4a63-b222-cef7f900ec6d" providerId="ADAL" clId="{9529A2F3-7C2E-4D7C-BE68-F9282F62F7CA}" dt="2022-06-26T13:43:29.087" v="3186"/>
          <ac:spMkLst>
            <pc:docMk/>
            <pc:sldMk cId="3003713431" sldId="364"/>
            <ac:spMk id="15" creationId="{F4DA3664-C984-DEFF-1DA7-B0ACC0234F81}"/>
          </ac:spMkLst>
        </pc:spChg>
        <pc:spChg chg="del">
          <ac:chgData name="panwanke" userId="2eea59ba-b83b-4a63-b222-cef7f900ec6d" providerId="ADAL" clId="{9529A2F3-7C2E-4D7C-BE68-F9282F62F7CA}" dt="2022-06-26T13:41:34.545" v="3107" actId="478"/>
          <ac:spMkLst>
            <pc:docMk/>
            <pc:sldMk cId="3003713431" sldId="364"/>
            <ac:spMk id="16" creationId="{194D4917-5125-5C34-425D-54E1DCADFAEE}"/>
          </ac:spMkLst>
        </pc:spChg>
        <pc:spChg chg="mod">
          <ac:chgData name="panwanke" userId="2eea59ba-b83b-4a63-b222-cef7f900ec6d" providerId="ADAL" clId="{9529A2F3-7C2E-4D7C-BE68-F9282F62F7CA}" dt="2022-06-26T13:43:29.087" v="3186"/>
          <ac:spMkLst>
            <pc:docMk/>
            <pc:sldMk cId="3003713431" sldId="364"/>
            <ac:spMk id="17" creationId="{31D8AE72-1ADA-3F1C-7B09-A5A5EF192941}"/>
          </ac:spMkLst>
        </pc:spChg>
        <pc:spChg chg="del">
          <ac:chgData name="panwanke" userId="2eea59ba-b83b-4a63-b222-cef7f900ec6d" providerId="ADAL" clId="{9529A2F3-7C2E-4D7C-BE68-F9282F62F7CA}" dt="2022-06-26T13:41:34.545" v="3107" actId="478"/>
          <ac:spMkLst>
            <pc:docMk/>
            <pc:sldMk cId="3003713431" sldId="364"/>
            <ac:spMk id="18" creationId="{9E17056D-1CCA-0B95-41AA-0E7AFEFCBFAA}"/>
          </ac:spMkLst>
        </pc:spChg>
        <pc:spChg chg="add">
          <ac:chgData name="panwanke" userId="2eea59ba-b83b-4a63-b222-cef7f900ec6d" providerId="ADAL" clId="{9529A2F3-7C2E-4D7C-BE68-F9282F62F7CA}" dt="2022-06-26T15:00:49.571" v="3811" actId="22"/>
          <ac:spMkLst>
            <pc:docMk/>
            <pc:sldMk cId="3003713431" sldId="364"/>
            <ac:spMk id="21" creationId="{371DC19D-2C15-7FD8-4E04-BB3CF84F8310}"/>
          </ac:spMkLst>
        </pc:spChg>
        <pc:spChg chg="add">
          <ac:chgData name="panwanke" userId="2eea59ba-b83b-4a63-b222-cef7f900ec6d" providerId="ADAL" clId="{9529A2F3-7C2E-4D7C-BE68-F9282F62F7CA}" dt="2022-06-26T15:00:49.571" v="3811" actId="22"/>
          <ac:spMkLst>
            <pc:docMk/>
            <pc:sldMk cId="3003713431" sldId="364"/>
            <ac:spMk id="23" creationId="{CF25836C-D34C-7FE0-9195-8D77320D98E1}"/>
          </ac:spMkLst>
        </pc:spChg>
        <pc:spChg chg="add">
          <ac:chgData name="panwanke" userId="2eea59ba-b83b-4a63-b222-cef7f900ec6d" providerId="ADAL" clId="{9529A2F3-7C2E-4D7C-BE68-F9282F62F7CA}" dt="2022-06-26T15:00:49.571" v="3811" actId="22"/>
          <ac:spMkLst>
            <pc:docMk/>
            <pc:sldMk cId="3003713431" sldId="364"/>
            <ac:spMk id="25" creationId="{C6ED6EBA-AF64-E45C-854B-EC69DA1AB21B}"/>
          </ac:spMkLst>
        </pc:spChg>
        <pc:spChg chg="add">
          <ac:chgData name="panwanke" userId="2eea59ba-b83b-4a63-b222-cef7f900ec6d" providerId="ADAL" clId="{9529A2F3-7C2E-4D7C-BE68-F9282F62F7CA}" dt="2022-06-26T15:00:49.571" v="3811" actId="22"/>
          <ac:spMkLst>
            <pc:docMk/>
            <pc:sldMk cId="3003713431" sldId="364"/>
            <ac:spMk id="27" creationId="{1BD4F19E-A38E-D2BE-D5EB-E7B55D38F26C}"/>
          </ac:spMkLst>
        </pc:spChg>
        <pc:spChg chg="add">
          <ac:chgData name="panwanke" userId="2eea59ba-b83b-4a63-b222-cef7f900ec6d" providerId="ADAL" clId="{9529A2F3-7C2E-4D7C-BE68-F9282F62F7CA}" dt="2022-06-26T15:00:49.571" v="3811" actId="22"/>
          <ac:spMkLst>
            <pc:docMk/>
            <pc:sldMk cId="3003713431" sldId="364"/>
            <ac:spMk id="29" creationId="{0B6FE4B3-2245-19ED-DC1E-FDF103AAB5E7}"/>
          </ac:spMkLst>
        </pc:spChg>
        <pc:spChg chg="add">
          <ac:chgData name="panwanke" userId="2eea59ba-b83b-4a63-b222-cef7f900ec6d" providerId="ADAL" clId="{9529A2F3-7C2E-4D7C-BE68-F9282F62F7CA}" dt="2022-06-26T15:00:49.571" v="3811" actId="22"/>
          <ac:spMkLst>
            <pc:docMk/>
            <pc:sldMk cId="3003713431" sldId="364"/>
            <ac:spMk id="31" creationId="{9B9ECF7A-94A9-C901-0CCF-B0404F5F0F86}"/>
          </ac:spMkLst>
        </pc:spChg>
        <pc:spChg chg="add">
          <ac:chgData name="panwanke" userId="2eea59ba-b83b-4a63-b222-cef7f900ec6d" providerId="ADAL" clId="{9529A2F3-7C2E-4D7C-BE68-F9282F62F7CA}" dt="2022-06-26T15:00:49.571" v="3811" actId="22"/>
          <ac:spMkLst>
            <pc:docMk/>
            <pc:sldMk cId="3003713431" sldId="364"/>
            <ac:spMk id="33" creationId="{8B39A40F-85CB-6E50-31E6-F2628A0E9EF0}"/>
          </ac:spMkLst>
        </pc:spChg>
      </pc:sldChg>
      <pc:sldChg chg="addSp delSp modSp add mod ord">
        <pc:chgData name="panwanke" userId="2eea59ba-b83b-4a63-b222-cef7f900ec6d" providerId="ADAL" clId="{9529A2F3-7C2E-4D7C-BE68-F9282F62F7CA}" dt="2022-06-27T15:34:20.697" v="10776"/>
        <pc:sldMkLst>
          <pc:docMk/>
          <pc:sldMk cId="3104568519" sldId="365"/>
        </pc:sldMkLst>
        <pc:spChg chg="add">
          <ac:chgData name="panwanke" userId="2eea59ba-b83b-4a63-b222-cef7f900ec6d" providerId="ADAL" clId="{9529A2F3-7C2E-4D7C-BE68-F9282F62F7CA}" dt="2022-06-26T13:41:42.293" v="3111" actId="22"/>
          <ac:spMkLst>
            <pc:docMk/>
            <pc:sldMk cId="3104568519" sldId="365"/>
            <ac:spMk id="4" creationId="{08DD914D-CB76-54B0-3705-C0203DCC0467}"/>
          </ac:spMkLst>
        </pc:spChg>
        <pc:spChg chg="add mod">
          <ac:chgData name="panwanke" userId="2eea59ba-b83b-4a63-b222-cef7f900ec6d" providerId="ADAL" clId="{9529A2F3-7C2E-4D7C-BE68-F9282F62F7CA}" dt="2022-06-26T13:41:50.502" v="3114" actId="113"/>
          <ac:spMkLst>
            <pc:docMk/>
            <pc:sldMk cId="3104568519" sldId="365"/>
            <ac:spMk id="8" creationId="{27BED2EE-7BEC-18FB-2B49-09E1D9E12FE9}"/>
          </ac:spMkLst>
        </pc:spChg>
        <pc:spChg chg="del">
          <ac:chgData name="panwanke" userId="2eea59ba-b83b-4a63-b222-cef7f900ec6d" providerId="ADAL" clId="{9529A2F3-7C2E-4D7C-BE68-F9282F62F7CA}" dt="2022-06-26T13:42:07.466" v="3117" actId="478"/>
          <ac:spMkLst>
            <pc:docMk/>
            <pc:sldMk cId="3104568519" sldId="365"/>
            <ac:spMk id="10" creationId="{61366F82-A57D-2FFD-6536-EAD4DC49CA8A}"/>
          </ac:spMkLst>
        </pc:spChg>
        <pc:spChg chg="add">
          <ac:chgData name="panwanke" userId="2eea59ba-b83b-4a63-b222-cef7f900ec6d" providerId="ADAL" clId="{9529A2F3-7C2E-4D7C-BE68-F9282F62F7CA}" dt="2022-06-26T13:41:42.293" v="3111" actId="22"/>
          <ac:spMkLst>
            <pc:docMk/>
            <pc:sldMk cId="3104568519" sldId="365"/>
            <ac:spMk id="11" creationId="{5952B6EF-4646-FE76-EC47-16BD92AA08D1}"/>
          </ac:spMkLst>
        </pc:spChg>
        <pc:spChg chg="add del">
          <ac:chgData name="panwanke" userId="2eea59ba-b83b-4a63-b222-cef7f900ec6d" providerId="ADAL" clId="{9529A2F3-7C2E-4D7C-BE68-F9282F62F7CA}" dt="2022-06-26T13:43:54.659" v="3188"/>
          <ac:spMkLst>
            <pc:docMk/>
            <pc:sldMk cId="3104568519" sldId="365"/>
            <ac:spMk id="13" creationId="{6695E103-364D-C228-A305-34C8923CC229}"/>
          </ac:spMkLst>
        </pc:spChg>
        <pc:spChg chg="del">
          <ac:chgData name="panwanke" userId="2eea59ba-b83b-4a63-b222-cef7f900ec6d" providerId="ADAL" clId="{9529A2F3-7C2E-4D7C-BE68-F9282F62F7CA}" dt="2022-06-26T13:41:37.915" v="3108" actId="478"/>
          <ac:spMkLst>
            <pc:docMk/>
            <pc:sldMk cId="3104568519" sldId="365"/>
            <ac:spMk id="14" creationId="{4B376FED-300E-C80C-74CE-FD128C2156B6}"/>
          </ac:spMkLst>
        </pc:spChg>
        <pc:spChg chg="add del">
          <ac:chgData name="panwanke" userId="2eea59ba-b83b-4a63-b222-cef7f900ec6d" providerId="ADAL" clId="{9529A2F3-7C2E-4D7C-BE68-F9282F62F7CA}" dt="2022-06-26T13:43:54.659" v="3188"/>
          <ac:spMkLst>
            <pc:docMk/>
            <pc:sldMk cId="3104568519" sldId="365"/>
            <ac:spMk id="15" creationId="{BB2B9A05-3100-C6D8-5980-F2E1119F57FF}"/>
          </ac:spMkLst>
        </pc:spChg>
        <pc:spChg chg="del">
          <ac:chgData name="panwanke" userId="2eea59ba-b83b-4a63-b222-cef7f900ec6d" providerId="ADAL" clId="{9529A2F3-7C2E-4D7C-BE68-F9282F62F7CA}" dt="2022-06-26T13:41:37.915" v="3108" actId="478"/>
          <ac:spMkLst>
            <pc:docMk/>
            <pc:sldMk cId="3104568519" sldId="365"/>
            <ac:spMk id="16" creationId="{194D4917-5125-5C34-425D-54E1DCADFAEE}"/>
          </ac:spMkLst>
        </pc:spChg>
        <pc:spChg chg="mod">
          <ac:chgData name="panwanke" userId="2eea59ba-b83b-4a63-b222-cef7f900ec6d" providerId="ADAL" clId="{9529A2F3-7C2E-4D7C-BE68-F9282F62F7CA}" dt="2022-06-26T13:43:54.659" v="3188"/>
          <ac:spMkLst>
            <pc:docMk/>
            <pc:sldMk cId="3104568519" sldId="365"/>
            <ac:spMk id="17" creationId="{99E74564-F605-B9AC-EB02-6471099945CB}"/>
          </ac:spMkLst>
        </pc:spChg>
        <pc:spChg chg="del">
          <ac:chgData name="panwanke" userId="2eea59ba-b83b-4a63-b222-cef7f900ec6d" providerId="ADAL" clId="{9529A2F3-7C2E-4D7C-BE68-F9282F62F7CA}" dt="2022-06-26T13:41:37.915" v="3108" actId="478"/>
          <ac:spMkLst>
            <pc:docMk/>
            <pc:sldMk cId="3104568519" sldId="365"/>
            <ac:spMk id="18" creationId="{9E17056D-1CCA-0B95-41AA-0E7AFEFCBFAA}"/>
          </ac:spMkLst>
        </pc:spChg>
        <pc:spChg chg="add">
          <ac:chgData name="panwanke" userId="2eea59ba-b83b-4a63-b222-cef7f900ec6d" providerId="ADAL" clId="{9529A2F3-7C2E-4D7C-BE68-F9282F62F7CA}" dt="2022-06-26T15:00:50.597" v="3812" actId="22"/>
          <ac:spMkLst>
            <pc:docMk/>
            <pc:sldMk cId="3104568519" sldId="365"/>
            <ac:spMk id="21" creationId="{C2116AD9-A8B3-8545-A7F8-F58DF0B2E05F}"/>
          </ac:spMkLst>
        </pc:spChg>
        <pc:spChg chg="add">
          <ac:chgData name="panwanke" userId="2eea59ba-b83b-4a63-b222-cef7f900ec6d" providerId="ADAL" clId="{9529A2F3-7C2E-4D7C-BE68-F9282F62F7CA}" dt="2022-06-26T15:00:50.597" v="3812" actId="22"/>
          <ac:spMkLst>
            <pc:docMk/>
            <pc:sldMk cId="3104568519" sldId="365"/>
            <ac:spMk id="23" creationId="{260DED24-3620-3FD3-6FA1-5537D79865F3}"/>
          </ac:spMkLst>
        </pc:spChg>
        <pc:spChg chg="add">
          <ac:chgData name="panwanke" userId="2eea59ba-b83b-4a63-b222-cef7f900ec6d" providerId="ADAL" clId="{9529A2F3-7C2E-4D7C-BE68-F9282F62F7CA}" dt="2022-06-26T15:00:50.597" v="3812" actId="22"/>
          <ac:spMkLst>
            <pc:docMk/>
            <pc:sldMk cId="3104568519" sldId="365"/>
            <ac:spMk id="25" creationId="{D75E3862-FA86-F8F3-EF9F-8F7DA1A1FDCC}"/>
          </ac:spMkLst>
        </pc:spChg>
        <pc:spChg chg="add">
          <ac:chgData name="panwanke" userId="2eea59ba-b83b-4a63-b222-cef7f900ec6d" providerId="ADAL" clId="{9529A2F3-7C2E-4D7C-BE68-F9282F62F7CA}" dt="2022-06-26T15:00:50.597" v="3812" actId="22"/>
          <ac:spMkLst>
            <pc:docMk/>
            <pc:sldMk cId="3104568519" sldId="365"/>
            <ac:spMk id="27" creationId="{6F967A49-9906-231A-5300-9B7EC4E32432}"/>
          </ac:spMkLst>
        </pc:spChg>
        <pc:spChg chg="add">
          <ac:chgData name="panwanke" userId="2eea59ba-b83b-4a63-b222-cef7f900ec6d" providerId="ADAL" clId="{9529A2F3-7C2E-4D7C-BE68-F9282F62F7CA}" dt="2022-06-26T15:00:50.597" v="3812" actId="22"/>
          <ac:spMkLst>
            <pc:docMk/>
            <pc:sldMk cId="3104568519" sldId="365"/>
            <ac:spMk id="29" creationId="{E8873004-FC2A-2DD5-4303-F166DB2D32E1}"/>
          </ac:spMkLst>
        </pc:spChg>
        <pc:spChg chg="add">
          <ac:chgData name="panwanke" userId="2eea59ba-b83b-4a63-b222-cef7f900ec6d" providerId="ADAL" clId="{9529A2F3-7C2E-4D7C-BE68-F9282F62F7CA}" dt="2022-06-26T15:00:50.597" v="3812" actId="22"/>
          <ac:spMkLst>
            <pc:docMk/>
            <pc:sldMk cId="3104568519" sldId="365"/>
            <ac:spMk id="31" creationId="{4040C86B-A7F6-0756-210D-32E37D08B910}"/>
          </ac:spMkLst>
        </pc:spChg>
        <pc:spChg chg="add">
          <ac:chgData name="panwanke" userId="2eea59ba-b83b-4a63-b222-cef7f900ec6d" providerId="ADAL" clId="{9529A2F3-7C2E-4D7C-BE68-F9282F62F7CA}" dt="2022-06-26T15:00:50.597" v="3812" actId="22"/>
          <ac:spMkLst>
            <pc:docMk/>
            <pc:sldMk cId="3104568519" sldId="365"/>
            <ac:spMk id="33" creationId="{8AA66631-5BE4-E20E-E2A7-AD82A777B30B}"/>
          </ac:spMkLst>
        </pc:spChg>
      </pc:sldChg>
      <pc:sldChg chg="addSp delSp modSp add mod ord modNotesTx">
        <pc:chgData name="panwanke" userId="2eea59ba-b83b-4a63-b222-cef7f900ec6d" providerId="ADAL" clId="{9529A2F3-7C2E-4D7C-BE68-F9282F62F7CA}" dt="2022-06-27T15:34:20.697" v="10776"/>
        <pc:sldMkLst>
          <pc:docMk/>
          <pc:sldMk cId="573752970" sldId="366"/>
        </pc:sldMkLst>
        <pc:spChg chg="add">
          <ac:chgData name="panwanke" userId="2eea59ba-b83b-4a63-b222-cef7f900ec6d" providerId="ADAL" clId="{9529A2F3-7C2E-4D7C-BE68-F9282F62F7CA}" dt="2022-06-26T13:41:43.362" v="3112" actId="22"/>
          <ac:spMkLst>
            <pc:docMk/>
            <pc:sldMk cId="573752970" sldId="366"/>
            <ac:spMk id="4" creationId="{97837B3F-C4E7-4D61-D95C-ADC8C04F0C4D}"/>
          </ac:spMkLst>
        </pc:spChg>
        <pc:spChg chg="add">
          <ac:chgData name="panwanke" userId="2eea59ba-b83b-4a63-b222-cef7f900ec6d" providerId="ADAL" clId="{9529A2F3-7C2E-4D7C-BE68-F9282F62F7CA}" dt="2022-06-26T13:41:43.362" v="3112" actId="22"/>
          <ac:spMkLst>
            <pc:docMk/>
            <pc:sldMk cId="573752970" sldId="366"/>
            <ac:spMk id="8" creationId="{BB1941CC-7AFB-6A1A-E2BF-68EFB15CFD28}"/>
          </ac:spMkLst>
        </pc:spChg>
        <pc:spChg chg="del">
          <ac:chgData name="panwanke" userId="2eea59ba-b83b-4a63-b222-cef7f900ec6d" providerId="ADAL" clId="{9529A2F3-7C2E-4D7C-BE68-F9282F62F7CA}" dt="2022-06-26T13:42:10.717" v="3119" actId="478"/>
          <ac:spMkLst>
            <pc:docMk/>
            <pc:sldMk cId="573752970" sldId="366"/>
            <ac:spMk id="10" creationId="{61366F82-A57D-2FFD-6536-EAD4DC49CA8A}"/>
          </ac:spMkLst>
        </pc:spChg>
        <pc:spChg chg="add mod">
          <ac:chgData name="panwanke" userId="2eea59ba-b83b-4a63-b222-cef7f900ec6d" providerId="ADAL" clId="{9529A2F3-7C2E-4D7C-BE68-F9282F62F7CA}" dt="2022-06-26T13:41:52.758" v="3115" actId="113"/>
          <ac:spMkLst>
            <pc:docMk/>
            <pc:sldMk cId="573752970" sldId="366"/>
            <ac:spMk id="11" creationId="{E219169C-9E33-97EA-9EC9-897C68356859}"/>
          </ac:spMkLst>
        </pc:spChg>
        <pc:spChg chg="del">
          <ac:chgData name="panwanke" userId="2eea59ba-b83b-4a63-b222-cef7f900ec6d" providerId="ADAL" clId="{9529A2F3-7C2E-4D7C-BE68-F9282F62F7CA}" dt="2022-06-26T13:41:40.160" v="3109" actId="478"/>
          <ac:spMkLst>
            <pc:docMk/>
            <pc:sldMk cId="573752970" sldId="366"/>
            <ac:spMk id="14" creationId="{4B376FED-300E-C80C-74CE-FD128C2156B6}"/>
          </ac:spMkLst>
        </pc:spChg>
        <pc:spChg chg="del">
          <ac:chgData name="panwanke" userId="2eea59ba-b83b-4a63-b222-cef7f900ec6d" providerId="ADAL" clId="{9529A2F3-7C2E-4D7C-BE68-F9282F62F7CA}" dt="2022-06-26T13:41:40.160" v="3109" actId="478"/>
          <ac:spMkLst>
            <pc:docMk/>
            <pc:sldMk cId="573752970" sldId="366"/>
            <ac:spMk id="16" creationId="{194D4917-5125-5C34-425D-54E1DCADFAEE}"/>
          </ac:spMkLst>
        </pc:spChg>
        <pc:spChg chg="del">
          <ac:chgData name="panwanke" userId="2eea59ba-b83b-4a63-b222-cef7f900ec6d" providerId="ADAL" clId="{9529A2F3-7C2E-4D7C-BE68-F9282F62F7CA}" dt="2022-06-26T13:41:40.160" v="3109" actId="478"/>
          <ac:spMkLst>
            <pc:docMk/>
            <pc:sldMk cId="573752970" sldId="366"/>
            <ac:spMk id="18" creationId="{9E17056D-1CCA-0B95-41AA-0E7AFEFCBFAA}"/>
          </ac:spMkLst>
        </pc:spChg>
        <pc:spChg chg="add">
          <ac:chgData name="panwanke" userId="2eea59ba-b83b-4a63-b222-cef7f900ec6d" providerId="ADAL" clId="{9529A2F3-7C2E-4D7C-BE68-F9282F62F7CA}" dt="2022-06-26T15:00:52.155" v="3813" actId="22"/>
          <ac:spMkLst>
            <pc:docMk/>
            <pc:sldMk cId="573752970" sldId="366"/>
            <ac:spMk id="23" creationId="{BC066816-B4E1-AA49-8D0C-7B08C43AADBA}"/>
          </ac:spMkLst>
        </pc:spChg>
        <pc:spChg chg="add">
          <ac:chgData name="panwanke" userId="2eea59ba-b83b-4a63-b222-cef7f900ec6d" providerId="ADAL" clId="{9529A2F3-7C2E-4D7C-BE68-F9282F62F7CA}" dt="2022-06-26T15:00:52.155" v="3813" actId="22"/>
          <ac:spMkLst>
            <pc:docMk/>
            <pc:sldMk cId="573752970" sldId="366"/>
            <ac:spMk id="25" creationId="{D73B39E4-CF74-E714-B5E4-308BE4EA98CB}"/>
          </ac:spMkLst>
        </pc:spChg>
        <pc:spChg chg="add">
          <ac:chgData name="panwanke" userId="2eea59ba-b83b-4a63-b222-cef7f900ec6d" providerId="ADAL" clId="{9529A2F3-7C2E-4D7C-BE68-F9282F62F7CA}" dt="2022-06-26T15:00:52.155" v="3813" actId="22"/>
          <ac:spMkLst>
            <pc:docMk/>
            <pc:sldMk cId="573752970" sldId="366"/>
            <ac:spMk id="27" creationId="{90C83332-048D-DE94-FCB4-3E4E1FC539F2}"/>
          </ac:spMkLst>
        </pc:spChg>
        <pc:spChg chg="add">
          <ac:chgData name="panwanke" userId="2eea59ba-b83b-4a63-b222-cef7f900ec6d" providerId="ADAL" clId="{9529A2F3-7C2E-4D7C-BE68-F9282F62F7CA}" dt="2022-06-26T15:00:52.155" v="3813" actId="22"/>
          <ac:spMkLst>
            <pc:docMk/>
            <pc:sldMk cId="573752970" sldId="366"/>
            <ac:spMk id="29" creationId="{7BF4DF71-0DDB-FEAE-B8A6-9698A2376AA1}"/>
          </ac:spMkLst>
        </pc:spChg>
        <pc:spChg chg="add">
          <ac:chgData name="panwanke" userId="2eea59ba-b83b-4a63-b222-cef7f900ec6d" providerId="ADAL" clId="{9529A2F3-7C2E-4D7C-BE68-F9282F62F7CA}" dt="2022-06-26T15:00:52.155" v="3813" actId="22"/>
          <ac:spMkLst>
            <pc:docMk/>
            <pc:sldMk cId="573752970" sldId="366"/>
            <ac:spMk id="31" creationId="{94B9EB43-BB89-073D-C622-7F28F2437E48}"/>
          </ac:spMkLst>
        </pc:spChg>
        <pc:spChg chg="add">
          <ac:chgData name="panwanke" userId="2eea59ba-b83b-4a63-b222-cef7f900ec6d" providerId="ADAL" clId="{9529A2F3-7C2E-4D7C-BE68-F9282F62F7CA}" dt="2022-06-26T15:00:52.155" v="3813" actId="22"/>
          <ac:spMkLst>
            <pc:docMk/>
            <pc:sldMk cId="573752970" sldId="366"/>
            <ac:spMk id="33" creationId="{3C8F7C35-1019-9814-B122-A63FF204744E}"/>
          </ac:spMkLst>
        </pc:spChg>
        <pc:spChg chg="add">
          <ac:chgData name="panwanke" userId="2eea59ba-b83b-4a63-b222-cef7f900ec6d" providerId="ADAL" clId="{9529A2F3-7C2E-4D7C-BE68-F9282F62F7CA}" dt="2022-06-26T15:00:52.155" v="3813" actId="22"/>
          <ac:spMkLst>
            <pc:docMk/>
            <pc:sldMk cId="573752970" sldId="366"/>
            <ac:spMk id="35" creationId="{CFC3A386-1F83-C174-D117-D8823B7D9458}"/>
          </ac:spMkLst>
        </pc:spChg>
        <pc:picChg chg="del">
          <ac:chgData name="panwanke" userId="2eea59ba-b83b-4a63-b222-cef7f900ec6d" providerId="ADAL" clId="{9529A2F3-7C2E-4D7C-BE68-F9282F62F7CA}" dt="2022-06-26T13:42:12.055" v="3120" actId="478"/>
          <ac:picMkLst>
            <pc:docMk/>
            <pc:sldMk cId="573752970" sldId="366"/>
            <ac:picMk id="6" creationId="{2BD591D9-6045-E80E-3CDC-E9AEB2C10171}"/>
          </ac:picMkLst>
        </pc:picChg>
        <pc:picChg chg="add mod">
          <ac:chgData name="panwanke" userId="2eea59ba-b83b-4a63-b222-cef7f900ec6d" providerId="ADAL" clId="{9529A2F3-7C2E-4D7C-BE68-F9282F62F7CA}" dt="2022-06-26T13:47:49.772" v="3254" actId="1076"/>
          <ac:picMkLst>
            <pc:docMk/>
            <pc:sldMk cId="573752970" sldId="366"/>
            <ac:picMk id="13" creationId="{6AD95844-234F-9D64-2E00-BEC898D6A62A}"/>
          </ac:picMkLst>
        </pc:picChg>
        <pc:picChg chg="add del mod">
          <ac:chgData name="panwanke" userId="2eea59ba-b83b-4a63-b222-cef7f900ec6d" providerId="ADAL" clId="{9529A2F3-7C2E-4D7C-BE68-F9282F62F7CA}" dt="2022-06-26T13:45:39.783" v="3197" actId="478"/>
          <ac:picMkLst>
            <pc:docMk/>
            <pc:sldMk cId="573752970" sldId="366"/>
            <ac:picMk id="17" creationId="{51134DDC-5A48-BF03-B4FC-316E587E7FA6}"/>
          </ac:picMkLst>
        </pc:picChg>
        <pc:picChg chg="add mod">
          <ac:chgData name="panwanke" userId="2eea59ba-b83b-4a63-b222-cef7f900ec6d" providerId="ADAL" clId="{9529A2F3-7C2E-4D7C-BE68-F9282F62F7CA}" dt="2022-06-26T14:08:25.389" v="3378" actId="14100"/>
          <ac:picMkLst>
            <pc:docMk/>
            <pc:sldMk cId="573752970" sldId="366"/>
            <ac:picMk id="21" creationId="{CF0C487B-669E-0702-238C-1EFA2D27D2FC}"/>
          </ac:picMkLst>
        </pc:picChg>
      </pc:sldChg>
      <pc:sldChg chg="addSp delSp modSp add mod ord">
        <pc:chgData name="panwanke" userId="2eea59ba-b83b-4a63-b222-cef7f900ec6d" providerId="ADAL" clId="{9529A2F3-7C2E-4D7C-BE68-F9282F62F7CA}" dt="2022-06-27T15:34:20.697" v="10776"/>
        <pc:sldMkLst>
          <pc:docMk/>
          <pc:sldMk cId="719711052" sldId="367"/>
        </pc:sldMkLst>
        <pc:spChg chg="add del mod">
          <ac:chgData name="panwanke" userId="2eea59ba-b83b-4a63-b222-cef7f900ec6d" providerId="ADAL" clId="{9529A2F3-7C2E-4D7C-BE68-F9282F62F7CA}" dt="2022-06-26T14:21:42.208" v="3617"/>
          <ac:spMkLst>
            <pc:docMk/>
            <pc:sldMk cId="719711052" sldId="367"/>
            <ac:spMk id="3" creationId="{DDFFD200-38D4-0A14-1AF7-0988382A4879}"/>
          </ac:spMkLst>
        </pc:spChg>
        <pc:spChg chg="add del mod">
          <ac:chgData name="panwanke" userId="2eea59ba-b83b-4a63-b222-cef7f900ec6d" providerId="ADAL" clId="{9529A2F3-7C2E-4D7C-BE68-F9282F62F7CA}" dt="2022-06-26T14:21:42.208" v="3617"/>
          <ac:spMkLst>
            <pc:docMk/>
            <pc:sldMk cId="719711052" sldId="367"/>
            <ac:spMk id="4" creationId="{D7456EEC-D545-26BC-3447-FAEDDE479687}"/>
          </ac:spMkLst>
        </pc:spChg>
        <pc:spChg chg="mod">
          <ac:chgData name="panwanke" userId="2eea59ba-b83b-4a63-b222-cef7f900ec6d" providerId="ADAL" clId="{9529A2F3-7C2E-4D7C-BE68-F9282F62F7CA}" dt="2022-06-26T14:21:42.208" v="3617"/>
          <ac:spMkLst>
            <pc:docMk/>
            <pc:sldMk cId="719711052" sldId="367"/>
            <ac:spMk id="7" creationId="{55C919CC-7347-DEAD-D77C-CD782638F62B}"/>
          </ac:spMkLst>
        </pc:spChg>
        <pc:spChg chg="add mod">
          <ac:chgData name="panwanke" userId="2eea59ba-b83b-4a63-b222-cef7f900ec6d" providerId="ADAL" clId="{9529A2F3-7C2E-4D7C-BE68-F9282F62F7CA}" dt="2022-06-26T14:55:37.002" v="3780" actId="113"/>
          <ac:spMkLst>
            <pc:docMk/>
            <pc:sldMk cId="719711052" sldId="367"/>
            <ac:spMk id="10" creationId="{C8C828F7-3521-6F80-72D5-D2CBEBEAF433}"/>
          </ac:spMkLst>
        </pc:spChg>
        <pc:spChg chg="del">
          <ac:chgData name="panwanke" userId="2eea59ba-b83b-4a63-b222-cef7f900ec6d" providerId="ADAL" clId="{9529A2F3-7C2E-4D7C-BE68-F9282F62F7CA}" dt="2022-06-26T14:21:42.208" v="3617"/>
          <ac:spMkLst>
            <pc:docMk/>
            <pc:sldMk cId="719711052" sldId="367"/>
            <ac:spMk id="12" creationId="{D68325C0-0D46-4E37-9F3F-5ABAB9D84798}"/>
          </ac:spMkLst>
        </pc:spChg>
        <pc:spChg chg="add">
          <ac:chgData name="panwanke" userId="2eea59ba-b83b-4a63-b222-cef7f900ec6d" providerId="ADAL" clId="{9529A2F3-7C2E-4D7C-BE68-F9282F62F7CA}" dt="2022-06-26T14:54:54.798" v="3724" actId="22"/>
          <ac:spMkLst>
            <pc:docMk/>
            <pc:sldMk cId="719711052" sldId="367"/>
            <ac:spMk id="13" creationId="{539DF555-E0BB-EFA1-B9A5-213AD39A1273}"/>
          </ac:spMkLst>
        </pc:spChg>
        <pc:spChg chg="del">
          <ac:chgData name="panwanke" userId="2eea59ba-b83b-4a63-b222-cef7f900ec6d" providerId="ADAL" clId="{9529A2F3-7C2E-4D7C-BE68-F9282F62F7CA}" dt="2022-06-26T14:11:57.825" v="3449" actId="478"/>
          <ac:spMkLst>
            <pc:docMk/>
            <pc:sldMk cId="719711052" sldId="367"/>
            <ac:spMk id="14" creationId="{72122CE1-AB3A-4BDF-C9E1-955BF1D8DBB3}"/>
          </ac:spMkLst>
        </pc:spChg>
        <pc:spChg chg="del">
          <ac:chgData name="panwanke" userId="2eea59ba-b83b-4a63-b222-cef7f900ec6d" providerId="ADAL" clId="{9529A2F3-7C2E-4D7C-BE68-F9282F62F7CA}" dt="2022-06-26T14:11:56.715" v="3448" actId="478"/>
          <ac:spMkLst>
            <pc:docMk/>
            <pc:sldMk cId="719711052" sldId="367"/>
            <ac:spMk id="16" creationId="{0FFE6FAA-3184-ACBB-58E7-094891A456F6}"/>
          </ac:spMkLst>
        </pc:spChg>
        <pc:spChg chg="add">
          <ac:chgData name="panwanke" userId="2eea59ba-b83b-4a63-b222-cef7f900ec6d" providerId="ADAL" clId="{9529A2F3-7C2E-4D7C-BE68-F9282F62F7CA}" dt="2022-06-26T14:54:54.798" v="3724" actId="22"/>
          <ac:spMkLst>
            <pc:docMk/>
            <pc:sldMk cId="719711052" sldId="367"/>
            <ac:spMk id="17" creationId="{78FEB272-F135-937B-0ACC-396C1E02CC91}"/>
          </ac:spMkLst>
        </pc:spChg>
        <pc:spChg chg="del">
          <ac:chgData name="panwanke" userId="2eea59ba-b83b-4a63-b222-cef7f900ec6d" providerId="ADAL" clId="{9529A2F3-7C2E-4D7C-BE68-F9282F62F7CA}" dt="2022-06-26T14:11:55.492" v="3447" actId="478"/>
          <ac:spMkLst>
            <pc:docMk/>
            <pc:sldMk cId="719711052" sldId="367"/>
            <ac:spMk id="18" creationId="{10A96604-DEE6-8DA3-495F-78E134A37251}"/>
          </ac:spMkLst>
        </pc:spChg>
        <pc:spChg chg="add">
          <ac:chgData name="panwanke" userId="2eea59ba-b83b-4a63-b222-cef7f900ec6d" providerId="ADAL" clId="{9529A2F3-7C2E-4D7C-BE68-F9282F62F7CA}" dt="2022-06-26T15:00:54.544" v="3815" actId="22"/>
          <ac:spMkLst>
            <pc:docMk/>
            <pc:sldMk cId="719711052" sldId="367"/>
            <ac:spMk id="20" creationId="{922A6621-1F92-F45D-4F12-8FC83F5984D0}"/>
          </ac:spMkLst>
        </pc:spChg>
        <pc:spChg chg="add">
          <ac:chgData name="panwanke" userId="2eea59ba-b83b-4a63-b222-cef7f900ec6d" providerId="ADAL" clId="{9529A2F3-7C2E-4D7C-BE68-F9282F62F7CA}" dt="2022-06-26T15:00:54.544" v="3815" actId="22"/>
          <ac:spMkLst>
            <pc:docMk/>
            <pc:sldMk cId="719711052" sldId="367"/>
            <ac:spMk id="22" creationId="{5EE9ADC6-F367-2BD9-35D4-500D8D027F63}"/>
          </ac:spMkLst>
        </pc:spChg>
        <pc:spChg chg="add">
          <ac:chgData name="panwanke" userId="2eea59ba-b83b-4a63-b222-cef7f900ec6d" providerId="ADAL" clId="{9529A2F3-7C2E-4D7C-BE68-F9282F62F7CA}" dt="2022-06-26T15:00:54.544" v="3815" actId="22"/>
          <ac:spMkLst>
            <pc:docMk/>
            <pc:sldMk cId="719711052" sldId="367"/>
            <ac:spMk id="24" creationId="{EB4D7EE5-830E-1ADA-2C7D-0D16CDED3342}"/>
          </ac:spMkLst>
        </pc:spChg>
        <pc:spChg chg="add">
          <ac:chgData name="panwanke" userId="2eea59ba-b83b-4a63-b222-cef7f900ec6d" providerId="ADAL" clId="{9529A2F3-7C2E-4D7C-BE68-F9282F62F7CA}" dt="2022-06-26T15:00:54.544" v="3815" actId="22"/>
          <ac:spMkLst>
            <pc:docMk/>
            <pc:sldMk cId="719711052" sldId="367"/>
            <ac:spMk id="26" creationId="{928AAE60-8236-94ED-975E-C4698E209174}"/>
          </ac:spMkLst>
        </pc:spChg>
        <pc:spChg chg="add">
          <ac:chgData name="panwanke" userId="2eea59ba-b83b-4a63-b222-cef7f900ec6d" providerId="ADAL" clId="{9529A2F3-7C2E-4D7C-BE68-F9282F62F7CA}" dt="2022-06-26T15:00:54.544" v="3815" actId="22"/>
          <ac:spMkLst>
            <pc:docMk/>
            <pc:sldMk cId="719711052" sldId="367"/>
            <ac:spMk id="28" creationId="{87DE286B-C832-5F09-A426-E3431F2FE04B}"/>
          </ac:spMkLst>
        </pc:spChg>
        <pc:spChg chg="add">
          <ac:chgData name="panwanke" userId="2eea59ba-b83b-4a63-b222-cef7f900ec6d" providerId="ADAL" clId="{9529A2F3-7C2E-4D7C-BE68-F9282F62F7CA}" dt="2022-06-26T15:00:54.544" v="3815" actId="22"/>
          <ac:spMkLst>
            <pc:docMk/>
            <pc:sldMk cId="719711052" sldId="367"/>
            <ac:spMk id="30" creationId="{4AB038AE-46B6-65DD-A3FD-FF08F33FCA4F}"/>
          </ac:spMkLst>
        </pc:spChg>
        <pc:spChg chg="add">
          <ac:chgData name="panwanke" userId="2eea59ba-b83b-4a63-b222-cef7f900ec6d" providerId="ADAL" clId="{9529A2F3-7C2E-4D7C-BE68-F9282F62F7CA}" dt="2022-06-26T15:00:54.544" v="3815" actId="22"/>
          <ac:spMkLst>
            <pc:docMk/>
            <pc:sldMk cId="719711052" sldId="367"/>
            <ac:spMk id="32" creationId="{2B983FD4-D0F0-EC3B-8A11-AE2962C7BA35}"/>
          </ac:spMkLst>
        </pc:spChg>
      </pc:sldChg>
      <pc:sldChg chg="addSp delSp modSp add mod ord modNotesTx">
        <pc:chgData name="panwanke" userId="2eea59ba-b83b-4a63-b222-cef7f900ec6d" providerId="ADAL" clId="{9529A2F3-7C2E-4D7C-BE68-F9282F62F7CA}" dt="2022-06-27T15:34:20.697" v="10776"/>
        <pc:sldMkLst>
          <pc:docMk/>
          <pc:sldMk cId="3668202853" sldId="368"/>
        </pc:sldMkLst>
        <pc:spChg chg="add del mod">
          <ac:chgData name="panwanke" userId="2eea59ba-b83b-4a63-b222-cef7f900ec6d" providerId="ADAL" clId="{9529A2F3-7C2E-4D7C-BE68-F9282F62F7CA}" dt="2022-06-26T14:22:50.837" v="3626"/>
          <ac:spMkLst>
            <pc:docMk/>
            <pc:sldMk cId="3668202853" sldId="368"/>
            <ac:spMk id="3" creationId="{3D7CA9B4-0D5E-0907-F951-8AF007561D11}"/>
          </ac:spMkLst>
        </pc:spChg>
        <pc:spChg chg="add del mod">
          <ac:chgData name="panwanke" userId="2eea59ba-b83b-4a63-b222-cef7f900ec6d" providerId="ADAL" clId="{9529A2F3-7C2E-4D7C-BE68-F9282F62F7CA}" dt="2022-06-26T14:22:50.837" v="3626"/>
          <ac:spMkLst>
            <pc:docMk/>
            <pc:sldMk cId="3668202853" sldId="368"/>
            <ac:spMk id="4" creationId="{CE014486-DAC1-FD3C-8E53-F747A1D2C20B}"/>
          </ac:spMkLst>
        </pc:spChg>
        <pc:spChg chg="mod">
          <ac:chgData name="panwanke" userId="2eea59ba-b83b-4a63-b222-cef7f900ec6d" providerId="ADAL" clId="{9529A2F3-7C2E-4D7C-BE68-F9282F62F7CA}" dt="2022-06-26T14:22:35.496" v="3624"/>
          <ac:spMkLst>
            <pc:docMk/>
            <pc:sldMk cId="3668202853" sldId="368"/>
            <ac:spMk id="7" creationId="{9CEB8CC7-7469-37BA-24DD-DFA5EBB472D3}"/>
          </ac:spMkLst>
        </pc:spChg>
        <pc:spChg chg="mod">
          <ac:chgData name="panwanke" userId="2eea59ba-b83b-4a63-b222-cef7f900ec6d" providerId="ADAL" clId="{9529A2F3-7C2E-4D7C-BE68-F9282F62F7CA}" dt="2022-06-26T14:22:50.837" v="3626"/>
          <ac:spMkLst>
            <pc:docMk/>
            <pc:sldMk cId="3668202853" sldId="368"/>
            <ac:spMk id="8" creationId="{8F48198E-D79F-3874-F591-3698B118AE7C}"/>
          </ac:spMkLst>
        </pc:spChg>
        <pc:spChg chg="add">
          <ac:chgData name="panwanke" userId="2eea59ba-b83b-4a63-b222-cef7f900ec6d" providerId="ADAL" clId="{9529A2F3-7C2E-4D7C-BE68-F9282F62F7CA}" dt="2022-06-26T14:54:56.796" v="3725" actId="22"/>
          <ac:spMkLst>
            <pc:docMk/>
            <pc:sldMk cId="3668202853" sldId="368"/>
            <ac:spMk id="11" creationId="{AFCE0A4F-3056-3A04-6D13-C8CCBC7B668A}"/>
          </ac:spMkLst>
        </pc:spChg>
        <pc:spChg chg="add del">
          <ac:chgData name="panwanke" userId="2eea59ba-b83b-4a63-b222-cef7f900ec6d" providerId="ADAL" clId="{9529A2F3-7C2E-4D7C-BE68-F9282F62F7CA}" dt="2022-06-26T14:22:50.837" v="3626"/>
          <ac:spMkLst>
            <pc:docMk/>
            <pc:sldMk cId="3668202853" sldId="368"/>
            <ac:spMk id="12" creationId="{D68325C0-0D46-4E37-9F3F-5ABAB9D84798}"/>
          </ac:spMkLst>
        </pc:spChg>
        <pc:spChg chg="add mod">
          <ac:chgData name="panwanke" userId="2eea59ba-b83b-4a63-b222-cef7f900ec6d" providerId="ADAL" clId="{9529A2F3-7C2E-4D7C-BE68-F9282F62F7CA}" dt="2022-06-26T14:55:34.465" v="3779" actId="113"/>
          <ac:spMkLst>
            <pc:docMk/>
            <pc:sldMk cId="3668202853" sldId="368"/>
            <ac:spMk id="14" creationId="{79DFA900-46EB-2F2B-0E9B-2A84A170B613}"/>
          </ac:spMkLst>
        </pc:spChg>
        <pc:spChg chg="add">
          <ac:chgData name="panwanke" userId="2eea59ba-b83b-4a63-b222-cef7f900ec6d" providerId="ADAL" clId="{9529A2F3-7C2E-4D7C-BE68-F9282F62F7CA}" dt="2022-06-26T14:54:56.796" v="3725" actId="22"/>
          <ac:spMkLst>
            <pc:docMk/>
            <pc:sldMk cId="3668202853" sldId="368"/>
            <ac:spMk id="16" creationId="{5987A5F9-9EEC-C5F2-4190-AB11F662E4A8}"/>
          </ac:spMkLst>
        </pc:spChg>
        <pc:spChg chg="add">
          <ac:chgData name="panwanke" userId="2eea59ba-b83b-4a63-b222-cef7f900ec6d" providerId="ADAL" clId="{9529A2F3-7C2E-4D7C-BE68-F9282F62F7CA}" dt="2022-06-26T15:00:55.328" v="3816" actId="22"/>
          <ac:spMkLst>
            <pc:docMk/>
            <pc:sldMk cId="3668202853" sldId="368"/>
            <ac:spMk id="18" creationId="{73844B9E-D07B-B0EE-BB09-939A3B1BE86F}"/>
          </ac:spMkLst>
        </pc:spChg>
        <pc:spChg chg="add">
          <ac:chgData name="panwanke" userId="2eea59ba-b83b-4a63-b222-cef7f900ec6d" providerId="ADAL" clId="{9529A2F3-7C2E-4D7C-BE68-F9282F62F7CA}" dt="2022-06-26T15:00:55.328" v="3816" actId="22"/>
          <ac:spMkLst>
            <pc:docMk/>
            <pc:sldMk cId="3668202853" sldId="368"/>
            <ac:spMk id="20" creationId="{B3BE8C9D-83F7-1019-0EBF-5A93E653F92C}"/>
          </ac:spMkLst>
        </pc:spChg>
        <pc:spChg chg="add">
          <ac:chgData name="panwanke" userId="2eea59ba-b83b-4a63-b222-cef7f900ec6d" providerId="ADAL" clId="{9529A2F3-7C2E-4D7C-BE68-F9282F62F7CA}" dt="2022-06-26T15:00:55.328" v="3816" actId="22"/>
          <ac:spMkLst>
            <pc:docMk/>
            <pc:sldMk cId="3668202853" sldId="368"/>
            <ac:spMk id="22" creationId="{51B5D976-6F3C-B5FA-AF90-DCA7E6F46903}"/>
          </ac:spMkLst>
        </pc:spChg>
        <pc:spChg chg="add">
          <ac:chgData name="panwanke" userId="2eea59ba-b83b-4a63-b222-cef7f900ec6d" providerId="ADAL" clId="{9529A2F3-7C2E-4D7C-BE68-F9282F62F7CA}" dt="2022-06-26T15:00:55.328" v="3816" actId="22"/>
          <ac:spMkLst>
            <pc:docMk/>
            <pc:sldMk cId="3668202853" sldId="368"/>
            <ac:spMk id="24" creationId="{EBCD791E-5FB9-641D-268D-24D6B009591C}"/>
          </ac:spMkLst>
        </pc:spChg>
        <pc:spChg chg="add">
          <ac:chgData name="panwanke" userId="2eea59ba-b83b-4a63-b222-cef7f900ec6d" providerId="ADAL" clId="{9529A2F3-7C2E-4D7C-BE68-F9282F62F7CA}" dt="2022-06-26T15:00:55.328" v="3816" actId="22"/>
          <ac:spMkLst>
            <pc:docMk/>
            <pc:sldMk cId="3668202853" sldId="368"/>
            <ac:spMk id="26" creationId="{551D44C0-9E4E-6C07-A445-857EDF4FFDF9}"/>
          </ac:spMkLst>
        </pc:spChg>
        <pc:spChg chg="add">
          <ac:chgData name="panwanke" userId="2eea59ba-b83b-4a63-b222-cef7f900ec6d" providerId="ADAL" clId="{9529A2F3-7C2E-4D7C-BE68-F9282F62F7CA}" dt="2022-06-26T15:00:55.328" v="3816" actId="22"/>
          <ac:spMkLst>
            <pc:docMk/>
            <pc:sldMk cId="3668202853" sldId="368"/>
            <ac:spMk id="28" creationId="{99694516-D69A-5580-7913-FD7EDBD8E6BC}"/>
          </ac:spMkLst>
        </pc:spChg>
        <pc:spChg chg="add">
          <ac:chgData name="panwanke" userId="2eea59ba-b83b-4a63-b222-cef7f900ec6d" providerId="ADAL" clId="{9529A2F3-7C2E-4D7C-BE68-F9282F62F7CA}" dt="2022-06-26T15:00:55.328" v="3816" actId="22"/>
          <ac:spMkLst>
            <pc:docMk/>
            <pc:sldMk cId="3668202853" sldId="368"/>
            <ac:spMk id="30" creationId="{F74561D2-AE76-F912-8F81-766F742661FA}"/>
          </ac:spMkLst>
        </pc:spChg>
      </pc:sldChg>
      <pc:sldChg chg="addSp delSp modSp add mod ord modNotesTx">
        <pc:chgData name="panwanke" userId="2eea59ba-b83b-4a63-b222-cef7f900ec6d" providerId="ADAL" clId="{9529A2F3-7C2E-4D7C-BE68-F9282F62F7CA}" dt="2022-06-27T15:34:20.697" v="10776"/>
        <pc:sldMkLst>
          <pc:docMk/>
          <pc:sldMk cId="3543726178" sldId="369"/>
        </pc:sldMkLst>
        <pc:spChg chg="del">
          <ac:chgData name="panwanke" userId="2eea59ba-b83b-4a63-b222-cef7f900ec6d" providerId="ADAL" clId="{9529A2F3-7C2E-4D7C-BE68-F9282F62F7CA}" dt="2022-06-26T14:12:03.833" v="3452" actId="478"/>
          <ac:spMkLst>
            <pc:docMk/>
            <pc:sldMk cId="3543726178" sldId="369"/>
            <ac:spMk id="12" creationId="{D68325C0-0D46-4E37-9F3F-5ABAB9D84798}"/>
          </ac:spMkLst>
        </pc:spChg>
        <pc:spChg chg="add">
          <ac:chgData name="panwanke" userId="2eea59ba-b83b-4a63-b222-cef7f900ec6d" providerId="ADAL" clId="{9529A2F3-7C2E-4D7C-BE68-F9282F62F7CA}" dt="2022-06-26T14:54:58.077" v="3726" actId="22"/>
          <ac:spMkLst>
            <pc:docMk/>
            <pc:sldMk cId="3543726178" sldId="369"/>
            <ac:spMk id="14" creationId="{DDDFDFF4-6AC6-0E95-C5DB-6831A84EA5E4}"/>
          </ac:spMkLst>
        </pc:spChg>
        <pc:spChg chg="add">
          <ac:chgData name="panwanke" userId="2eea59ba-b83b-4a63-b222-cef7f900ec6d" providerId="ADAL" clId="{9529A2F3-7C2E-4D7C-BE68-F9282F62F7CA}" dt="2022-06-26T14:54:58.077" v="3726" actId="22"/>
          <ac:spMkLst>
            <pc:docMk/>
            <pc:sldMk cId="3543726178" sldId="369"/>
            <ac:spMk id="16" creationId="{6453F3A6-B60C-2522-EE53-6A3D26A484E0}"/>
          </ac:spMkLst>
        </pc:spChg>
        <pc:spChg chg="add mod">
          <ac:chgData name="panwanke" userId="2eea59ba-b83b-4a63-b222-cef7f900ec6d" providerId="ADAL" clId="{9529A2F3-7C2E-4D7C-BE68-F9282F62F7CA}" dt="2022-06-26T14:55:30.752" v="3778" actId="113"/>
          <ac:spMkLst>
            <pc:docMk/>
            <pc:sldMk cId="3543726178" sldId="369"/>
            <ac:spMk id="18" creationId="{E2A93D82-49A6-F147-6907-1EEBB46F6E22}"/>
          </ac:spMkLst>
        </pc:spChg>
        <pc:spChg chg="add">
          <ac:chgData name="panwanke" userId="2eea59ba-b83b-4a63-b222-cef7f900ec6d" providerId="ADAL" clId="{9529A2F3-7C2E-4D7C-BE68-F9282F62F7CA}" dt="2022-06-26T15:00:56.124" v="3817" actId="22"/>
          <ac:spMkLst>
            <pc:docMk/>
            <pc:sldMk cId="3543726178" sldId="369"/>
            <ac:spMk id="20" creationId="{64FE4B5C-C6A6-7645-3AFA-9FEF8CB8F417}"/>
          </ac:spMkLst>
        </pc:spChg>
        <pc:spChg chg="add">
          <ac:chgData name="panwanke" userId="2eea59ba-b83b-4a63-b222-cef7f900ec6d" providerId="ADAL" clId="{9529A2F3-7C2E-4D7C-BE68-F9282F62F7CA}" dt="2022-06-26T15:00:56.124" v="3817" actId="22"/>
          <ac:spMkLst>
            <pc:docMk/>
            <pc:sldMk cId="3543726178" sldId="369"/>
            <ac:spMk id="22" creationId="{19F74595-7DBF-47E7-F2A9-D0086F71B52D}"/>
          </ac:spMkLst>
        </pc:spChg>
        <pc:spChg chg="add">
          <ac:chgData name="panwanke" userId="2eea59ba-b83b-4a63-b222-cef7f900ec6d" providerId="ADAL" clId="{9529A2F3-7C2E-4D7C-BE68-F9282F62F7CA}" dt="2022-06-26T15:00:56.124" v="3817" actId="22"/>
          <ac:spMkLst>
            <pc:docMk/>
            <pc:sldMk cId="3543726178" sldId="369"/>
            <ac:spMk id="24" creationId="{70E31337-5594-3785-F13B-5F3417B8DC49}"/>
          </ac:spMkLst>
        </pc:spChg>
        <pc:spChg chg="add">
          <ac:chgData name="panwanke" userId="2eea59ba-b83b-4a63-b222-cef7f900ec6d" providerId="ADAL" clId="{9529A2F3-7C2E-4D7C-BE68-F9282F62F7CA}" dt="2022-06-26T15:00:56.124" v="3817" actId="22"/>
          <ac:spMkLst>
            <pc:docMk/>
            <pc:sldMk cId="3543726178" sldId="369"/>
            <ac:spMk id="26" creationId="{DE918ECB-ACD8-8245-6A84-2692676FC606}"/>
          </ac:spMkLst>
        </pc:spChg>
        <pc:spChg chg="add">
          <ac:chgData name="panwanke" userId="2eea59ba-b83b-4a63-b222-cef7f900ec6d" providerId="ADAL" clId="{9529A2F3-7C2E-4D7C-BE68-F9282F62F7CA}" dt="2022-06-26T15:00:56.124" v="3817" actId="22"/>
          <ac:spMkLst>
            <pc:docMk/>
            <pc:sldMk cId="3543726178" sldId="369"/>
            <ac:spMk id="28" creationId="{B5C92E51-A99E-8D9D-EADC-54115DACEE5C}"/>
          </ac:spMkLst>
        </pc:spChg>
        <pc:spChg chg="add">
          <ac:chgData name="panwanke" userId="2eea59ba-b83b-4a63-b222-cef7f900ec6d" providerId="ADAL" clId="{9529A2F3-7C2E-4D7C-BE68-F9282F62F7CA}" dt="2022-06-26T15:00:56.124" v="3817" actId="22"/>
          <ac:spMkLst>
            <pc:docMk/>
            <pc:sldMk cId="3543726178" sldId="369"/>
            <ac:spMk id="30" creationId="{B14AE93C-04B3-4BC9-6AA8-EA1A3851083B}"/>
          </ac:spMkLst>
        </pc:spChg>
        <pc:spChg chg="add">
          <ac:chgData name="panwanke" userId="2eea59ba-b83b-4a63-b222-cef7f900ec6d" providerId="ADAL" clId="{9529A2F3-7C2E-4D7C-BE68-F9282F62F7CA}" dt="2022-06-26T15:00:56.124" v="3817" actId="22"/>
          <ac:spMkLst>
            <pc:docMk/>
            <pc:sldMk cId="3543726178" sldId="369"/>
            <ac:spMk id="32" creationId="{63CD059E-3B38-1DAA-934A-562E12524B9C}"/>
          </ac:spMkLst>
        </pc:spChg>
        <pc:picChg chg="add mod">
          <ac:chgData name="panwanke" userId="2eea59ba-b83b-4a63-b222-cef7f900ec6d" providerId="ADAL" clId="{9529A2F3-7C2E-4D7C-BE68-F9282F62F7CA}" dt="2022-06-26T14:55:11.115" v="3748" actId="1076"/>
          <ac:picMkLst>
            <pc:docMk/>
            <pc:sldMk cId="3543726178" sldId="369"/>
            <ac:picMk id="4" creationId="{23A61C8A-E29B-EF4D-ADB0-38CF133D832B}"/>
          </ac:picMkLst>
        </pc:picChg>
        <pc:picChg chg="del">
          <ac:chgData name="panwanke" userId="2eea59ba-b83b-4a63-b222-cef7f900ec6d" providerId="ADAL" clId="{9529A2F3-7C2E-4D7C-BE68-F9282F62F7CA}" dt="2022-06-26T14:12:04.209" v="3453" actId="478"/>
          <ac:picMkLst>
            <pc:docMk/>
            <pc:sldMk cId="3543726178" sldId="369"/>
            <ac:picMk id="6" creationId="{1B272F0B-C50E-B6A4-9C4E-1A498E6F9769}"/>
          </ac:picMkLst>
        </pc:picChg>
        <pc:picChg chg="add del mod">
          <ac:chgData name="panwanke" userId="2eea59ba-b83b-4a63-b222-cef7f900ec6d" providerId="ADAL" clId="{9529A2F3-7C2E-4D7C-BE68-F9282F62F7CA}" dt="2022-06-26T14:12:29.211" v="3462" actId="478"/>
          <ac:picMkLst>
            <pc:docMk/>
            <pc:sldMk cId="3543726178" sldId="369"/>
            <ac:picMk id="8" creationId="{DB3C5D6C-B920-56D8-D2DA-48E405468563}"/>
          </ac:picMkLst>
        </pc:picChg>
        <pc:picChg chg="add del mod">
          <ac:chgData name="panwanke" userId="2eea59ba-b83b-4a63-b222-cef7f900ec6d" providerId="ADAL" clId="{9529A2F3-7C2E-4D7C-BE68-F9282F62F7CA}" dt="2022-06-27T06:21:55.871" v="3920" actId="478"/>
          <ac:picMkLst>
            <pc:docMk/>
            <pc:sldMk cId="3543726178" sldId="369"/>
            <ac:picMk id="11" creationId="{8071EBA5-6C7D-0341-E9FC-917A051BA079}"/>
          </ac:picMkLst>
        </pc:picChg>
        <pc:picChg chg="add mod">
          <ac:chgData name="panwanke" userId="2eea59ba-b83b-4a63-b222-cef7f900ec6d" providerId="ADAL" clId="{9529A2F3-7C2E-4D7C-BE68-F9282F62F7CA}" dt="2022-06-27T06:22:16.017" v="3931" actId="1036"/>
          <ac:picMkLst>
            <pc:docMk/>
            <pc:sldMk cId="3543726178" sldId="369"/>
            <ac:picMk id="34" creationId="{BAAF2453-8844-54AC-EE42-2D7ECF35912D}"/>
          </ac:picMkLst>
        </pc:picChg>
      </pc:sldChg>
      <pc:sldChg chg="addSp delSp modSp add mod ord">
        <pc:chgData name="panwanke" userId="2eea59ba-b83b-4a63-b222-cef7f900ec6d" providerId="ADAL" clId="{9529A2F3-7C2E-4D7C-BE68-F9282F62F7CA}" dt="2022-06-27T15:34:20.697" v="10776"/>
        <pc:sldMkLst>
          <pc:docMk/>
          <pc:sldMk cId="319677876" sldId="370"/>
        </pc:sldMkLst>
        <pc:spChg chg="add del">
          <ac:chgData name="panwanke" userId="2eea59ba-b83b-4a63-b222-cef7f900ec6d" providerId="ADAL" clId="{9529A2F3-7C2E-4D7C-BE68-F9282F62F7CA}" dt="2022-06-26T14:19:50.422" v="3578" actId="22"/>
          <ac:spMkLst>
            <pc:docMk/>
            <pc:sldMk cId="319677876" sldId="370"/>
            <ac:spMk id="4" creationId="{DF58FC78-941D-80BF-3BDC-D4CD3CD969A1}"/>
          </ac:spMkLst>
        </pc:spChg>
        <pc:spChg chg="del">
          <ac:chgData name="panwanke" userId="2eea59ba-b83b-4a63-b222-cef7f900ec6d" providerId="ADAL" clId="{9529A2F3-7C2E-4D7C-BE68-F9282F62F7CA}" dt="2022-06-26T14:19:27.556" v="3573" actId="478"/>
          <ac:spMkLst>
            <pc:docMk/>
            <pc:sldMk cId="319677876" sldId="370"/>
            <ac:spMk id="7" creationId="{E8781E2D-4119-5E3B-0CF6-EA4CDF9B64EB}"/>
          </ac:spMkLst>
        </pc:spChg>
        <pc:spChg chg="add del">
          <ac:chgData name="panwanke" userId="2eea59ba-b83b-4a63-b222-cef7f900ec6d" providerId="ADAL" clId="{9529A2F3-7C2E-4D7C-BE68-F9282F62F7CA}" dt="2022-06-26T14:19:50.422" v="3578" actId="22"/>
          <ac:spMkLst>
            <pc:docMk/>
            <pc:sldMk cId="319677876" sldId="370"/>
            <ac:spMk id="10" creationId="{54A7E5E9-5D3F-11F6-A496-E4177B09B20F}"/>
          </ac:spMkLst>
        </pc:spChg>
        <pc:spChg chg="del">
          <ac:chgData name="panwanke" userId="2eea59ba-b83b-4a63-b222-cef7f900ec6d" providerId="ADAL" clId="{9529A2F3-7C2E-4D7C-BE68-F9282F62F7CA}" dt="2022-06-26T14:23:18.606" v="3630"/>
          <ac:spMkLst>
            <pc:docMk/>
            <pc:sldMk cId="319677876" sldId="370"/>
            <ac:spMk id="11" creationId="{DAF395F2-9C44-1E4F-32A7-14FAB8513E43}"/>
          </ac:spMkLst>
        </pc:spChg>
        <pc:spChg chg="add del">
          <ac:chgData name="panwanke" userId="2eea59ba-b83b-4a63-b222-cef7f900ec6d" providerId="ADAL" clId="{9529A2F3-7C2E-4D7C-BE68-F9282F62F7CA}" dt="2022-06-26T14:19:50.422" v="3578" actId="22"/>
          <ac:spMkLst>
            <pc:docMk/>
            <pc:sldMk cId="319677876" sldId="370"/>
            <ac:spMk id="13" creationId="{5252F42F-0FD7-A669-B8A5-1D46B09E1D71}"/>
          </ac:spMkLst>
        </pc:spChg>
        <pc:spChg chg="add del">
          <ac:chgData name="panwanke" userId="2eea59ba-b83b-4a63-b222-cef7f900ec6d" providerId="ADAL" clId="{9529A2F3-7C2E-4D7C-BE68-F9282F62F7CA}" dt="2022-06-26T14:23:18.606" v="3630"/>
          <ac:spMkLst>
            <pc:docMk/>
            <pc:sldMk cId="319677876" sldId="370"/>
            <ac:spMk id="14" creationId="{D8D12A11-611A-E881-A15F-3C418C8C6959}"/>
          </ac:spMkLst>
        </pc:spChg>
        <pc:spChg chg="add del mod">
          <ac:chgData name="panwanke" userId="2eea59ba-b83b-4a63-b222-cef7f900ec6d" providerId="ADAL" clId="{9529A2F3-7C2E-4D7C-BE68-F9282F62F7CA}" dt="2022-06-26T14:23:18.606" v="3630"/>
          <ac:spMkLst>
            <pc:docMk/>
            <pc:sldMk cId="319677876" sldId="370"/>
            <ac:spMk id="16" creationId="{CAACC6D7-4C00-8BC9-A176-E26313C69500}"/>
          </ac:spMkLst>
        </pc:spChg>
        <pc:spChg chg="mod">
          <ac:chgData name="panwanke" userId="2eea59ba-b83b-4a63-b222-cef7f900ec6d" providerId="ADAL" clId="{9529A2F3-7C2E-4D7C-BE68-F9282F62F7CA}" dt="2022-06-26T14:23:18.606" v="3630"/>
          <ac:spMkLst>
            <pc:docMk/>
            <pc:sldMk cId="319677876" sldId="370"/>
            <ac:spMk id="17" creationId="{A300CBF6-F8EE-2EFB-F151-06FECAFAE8CD}"/>
          </ac:spMkLst>
        </pc:spChg>
        <pc:spChg chg="add mod">
          <ac:chgData name="panwanke" userId="2eea59ba-b83b-4a63-b222-cef7f900ec6d" providerId="ADAL" clId="{9529A2F3-7C2E-4D7C-BE68-F9282F62F7CA}" dt="2022-06-26T14:28:03.617" v="3688" actId="113"/>
          <ac:spMkLst>
            <pc:docMk/>
            <pc:sldMk cId="319677876" sldId="370"/>
            <ac:spMk id="19" creationId="{9E60372D-C966-ED8D-DFAF-587A7F21B8B4}"/>
          </ac:spMkLst>
        </pc:spChg>
        <pc:spChg chg="add">
          <ac:chgData name="panwanke" userId="2eea59ba-b83b-4a63-b222-cef7f900ec6d" providerId="ADAL" clId="{9529A2F3-7C2E-4D7C-BE68-F9282F62F7CA}" dt="2022-06-26T14:27:57.415" v="3685" actId="22"/>
          <ac:spMkLst>
            <pc:docMk/>
            <pc:sldMk cId="319677876" sldId="370"/>
            <ac:spMk id="21" creationId="{F805B533-74A0-88AC-A1C0-D8C6C4984952}"/>
          </ac:spMkLst>
        </pc:spChg>
        <pc:spChg chg="add">
          <ac:chgData name="panwanke" userId="2eea59ba-b83b-4a63-b222-cef7f900ec6d" providerId="ADAL" clId="{9529A2F3-7C2E-4D7C-BE68-F9282F62F7CA}" dt="2022-06-26T14:27:57.415" v="3685" actId="22"/>
          <ac:spMkLst>
            <pc:docMk/>
            <pc:sldMk cId="319677876" sldId="370"/>
            <ac:spMk id="23" creationId="{49257AE5-603E-9197-24DB-74E1579596FD}"/>
          </ac:spMkLst>
        </pc:spChg>
        <pc:spChg chg="add">
          <ac:chgData name="panwanke" userId="2eea59ba-b83b-4a63-b222-cef7f900ec6d" providerId="ADAL" clId="{9529A2F3-7C2E-4D7C-BE68-F9282F62F7CA}" dt="2022-06-26T15:00:58.637" v="3819" actId="22"/>
          <ac:spMkLst>
            <pc:docMk/>
            <pc:sldMk cId="319677876" sldId="370"/>
            <ac:spMk id="25" creationId="{0EDE28DD-1567-D27E-E8AB-7FEA277AB22D}"/>
          </ac:spMkLst>
        </pc:spChg>
        <pc:spChg chg="add">
          <ac:chgData name="panwanke" userId="2eea59ba-b83b-4a63-b222-cef7f900ec6d" providerId="ADAL" clId="{9529A2F3-7C2E-4D7C-BE68-F9282F62F7CA}" dt="2022-06-26T15:00:58.637" v="3819" actId="22"/>
          <ac:spMkLst>
            <pc:docMk/>
            <pc:sldMk cId="319677876" sldId="370"/>
            <ac:spMk id="27" creationId="{37CDBAE1-E39E-E0B4-0FF1-456FEC36EE1D}"/>
          </ac:spMkLst>
        </pc:spChg>
        <pc:spChg chg="add">
          <ac:chgData name="panwanke" userId="2eea59ba-b83b-4a63-b222-cef7f900ec6d" providerId="ADAL" clId="{9529A2F3-7C2E-4D7C-BE68-F9282F62F7CA}" dt="2022-06-26T15:00:58.637" v="3819" actId="22"/>
          <ac:spMkLst>
            <pc:docMk/>
            <pc:sldMk cId="319677876" sldId="370"/>
            <ac:spMk id="29" creationId="{BD8F385F-FCD5-9BB4-DFD5-B397D862AFB8}"/>
          </ac:spMkLst>
        </pc:spChg>
        <pc:spChg chg="add">
          <ac:chgData name="panwanke" userId="2eea59ba-b83b-4a63-b222-cef7f900ec6d" providerId="ADAL" clId="{9529A2F3-7C2E-4D7C-BE68-F9282F62F7CA}" dt="2022-06-26T15:00:58.637" v="3819" actId="22"/>
          <ac:spMkLst>
            <pc:docMk/>
            <pc:sldMk cId="319677876" sldId="370"/>
            <ac:spMk id="31" creationId="{52244023-A0C3-5A04-3ADB-970A04B96ECE}"/>
          </ac:spMkLst>
        </pc:spChg>
        <pc:spChg chg="add">
          <ac:chgData name="panwanke" userId="2eea59ba-b83b-4a63-b222-cef7f900ec6d" providerId="ADAL" clId="{9529A2F3-7C2E-4D7C-BE68-F9282F62F7CA}" dt="2022-06-26T15:00:58.637" v="3819" actId="22"/>
          <ac:spMkLst>
            <pc:docMk/>
            <pc:sldMk cId="319677876" sldId="370"/>
            <ac:spMk id="33" creationId="{457EB71A-5BCD-04E3-018C-82FBFEC979B0}"/>
          </ac:spMkLst>
        </pc:spChg>
        <pc:spChg chg="add">
          <ac:chgData name="panwanke" userId="2eea59ba-b83b-4a63-b222-cef7f900ec6d" providerId="ADAL" clId="{9529A2F3-7C2E-4D7C-BE68-F9282F62F7CA}" dt="2022-06-26T15:00:58.637" v="3819" actId="22"/>
          <ac:spMkLst>
            <pc:docMk/>
            <pc:sldMk cId="319677876" sldId="370"/>
            <ac:spMk id="35" creationId="{6C0B57E2-C55D-1A53-13DD-EB7535923893}"/>
          </ac:spMkLst>
        </pc:spChg>
        <pc:spChg chg="add">
          <ac:chgData name="panwanke" userId="2eea59ba-b83b-4a63-b222-cef7f900ec6d" providerId="ADAL" clId="{9529A2F3-7C2E-4D7C-BE68-F9282F62F7CA}" dt="2022-06-26T15:00:58.637" v="3819" actId="22"/>
          <ac:spMkLst>
            <pc:docMk/>
            <pc:sldMk cId="319677876" sldId="370"/>
            <ac:spMk id="37" creationId="{660B10F3-FD9B-62BD-C12C-C6102BADD534}"/>
          </ac:spMkLst>
        </pc:spChg>
      </pc:sldChg>
      <pc:sldChg chg="addSp delSp modSp add mod ord modNotesTx">
        <pc:chgData name="panwanke" userId="2eea59ba-b83b-4a63-b222-cef7f900ec6d" providerId="ADAL" clId="{9529A2F3-7C2E-4D7C-BE68-F9282F62F7CA}" dt="2022-06-27T15:34:20.697" v="10776"/>
        <pc:sldMkLst>
          <pc:docMk/>
          <pc:sldMk cId="3300304749" sldId="371"/>
        </pc:sldMkLst>
        <pc:spChg chg="add del mod">
          <ac:chgData name="panwanke" userId="2eea59ba-b83b-4a63-b222-cef7f900ec6d" providerId="ADAL" clId="{9529A2F3-7C2E-4D7C-BE68-F9282F62F7CA}" dt="2022-06-26T14:23:57.937" v="3639"/>
          <ac:spMkLst>
            <pc:docMk/>
            <pc:sldMk cId="3300304749" sldId="371"/>
            <ac:spMk id="3" creationId="{6E28E8BC-B48F-5097-437D-77059CB7BAE6}"/>
          </ac:spMkLst>
        </pc:spChg>
        <pc:spChg chg="del">
          <ac:chgData name="panwanke" userId="2eea59ba-b83b-4a63-b222-cef7f900ec6d" providerId="ADAL" clId="{9529A2F3-7C2E-4D7C-BE68-F9282F62F7CA}" dt="2022-06-26T14:19:31.223" v="3575" actId="478"/>
          <ac:spMkLst>
            <pc:docMk/>
            <pc:sldMk cId="3300304749" sldId="371"/>
            <ac:spMk id="7" creationId="{E8781E2D-4119-5E3B-0CF6-EA4CDF9B64EB}"/>
          </ac:spMkLst>
        </pc:spChg>
        <pc:spChg chg="add del mod">
          <ac:chgData name="panwanke" userId="2eea59ba-b83b-4a63-b222-cef7f900ec6d" providerId="ADAL" clId="{9529A2F3-7C2E-4D7C-BE68-F9282F62F7CA}" dt="2022-06-26T14:23:57.937" v="3639"/>
          <ac:spMkLst>
            <pc:docMk/>
            <pc:sldMk cId="3300304749" sldId="371"/>
            <ac:spMk id="8" creationId="{02814B95-97BE-F0BC-AC48-7493A3EA38A8}"/>
          </ac:spMkLst>
        </pc:spChg>
        <pc:spChg chg="mod">
          <ac:chgData name="panwanke" userId="2eea59ba-b83b-4a63-b222-cef7f900ec6d" providerId="ADAL" clId="{9529A2F3-7C2E-4D7C-BE68-F9282F62F7CA}" dt="2022-06-26T14:23:57.937" v="3639"/>
          <ac:spMkLst>
            <pc:docMk/>
            <pc:sldMk cId="3300304749" sldId="371"/>
            <ac:spMk id="10" creationId="{FEBBD5B9-F717-423B-6790-C95E9DD600AB}"/>
          </ac:spMkLst>
        </pc:spChg>
        <pc:spChg chg="del">
          <ac:chgData name="panwanke" userId="2eea59ba-b83b-4a63-b222-cef7f900ec6d" providerId="ADAL" clId="{9529A2F3-7C2E-4D7C-BE68-F9282F62F7CA}" dt="2022-06-26T14:23:57.937" v="3639"/>
          <ac:spMkLst>
            <pc:docMk/>
            <pc:sldMk cId="3300304749" sldId="371"/>
            <ac:spMk id="11" creationId="{DAF395F2-9C44-1E4F-32A7-14FAB8513E43}"/>
          </ac:spMkLst>
        </pc:spChg>
        <pc:spChg chg="add">
          <ac:chgData name="panwanke" userId="2eea59ba-b83b-4a63-b222-cef7f900ec6d" providerId="ADAL" clId="{9529A2F3-7C2E-4D7C-BE68-F9282F62F7CA}" dt="2022-06-26T14:27:59.581" v="3686" actId="22"/>
          <ac:spMkLst>
            <pc:docMk/>
            <pc:sldMk cId="3300304749" sldId="371"/>
            <ac:spMk id="13" creationId="{FBB36009-41EB-717B-9793-AA2E4EAEF55A}"/>
          </ac:spMkLst>
        </pc:spChg>
        <pc:spChg chg="add mod">
          <ac:chgData name="panwanke" userId="2eea59ba-b83b-4a63-b222-cef7f900ec6d" providerId="ADAL" clId="{9529A2F3-7C2E-4D7C-BE68-F9282F62F7CA}" dt="2022-06-26T14:28:05.650" v="3689" actId="113"/>
          <ac:spMkLst>
            <pc:docMk/>
            <pc:sldMk cId="3300304749" sldId="371"/>
            <ac:spMk id="15" creationId="{007B76B3-DBBD-40AD-3DE5-74947F01C141}"/>
          </ac:spMkLst>
        </pc:spChg>
        <pc:spChg chg="add">
          <ac:chgData name="panwanke" userId="2eea59ba-b83b-4a63-b222-cef7f900ec6d" providerId="ADAL" clId="{9529A2F3-7C2E-4D7C-BE68-F9282F62F7CA}" dt="2022-06-26T14:27:59.581" v="3686" actId="22"/>
          <ac:spMkLst>
            <pc:docMk/>
            <pc:sldMk cId="3300304749" sldId="371"/>
            <ac:spMk id="17" creationId="{DA49CDB2-75F9-4485-2F16-B41B5AAAD8CF}"/>
          </ac:spMkLst>
        </pc:spChg>
        <pc:spChg chg="add">
          <ac:chgData name="panwanke" userId="2eea59ba-b83b-4a63-b222-cef7f900ec6d" providerId="ADAL" clId="{9529A2F3-7C2E-4D7C-BE68-F9282F62F7CA}" dt="2022-06-26T15:00:59.765" v="3820" actId="22"/>
          <ac:spMkLst>
            <pc:docMk/>
            <pc:sldMk cId="3300304749" sldId="371"/>
            <ac:spMk id="19" creationId="{CEEF4720-80CA-514A-C9C2-E83A07AC577D}"/>
          </ac:spMkLst>
        </pc:spChg>
        <pc:spChg chg="add">
          <ac:chgData name="panwanke" userId="2eea59ba-b83b-4a63-b222-cef7f900ec6d" providerId="ADAL" clId="{9529A2F3-7C2E-4D7C-BE68-F9282F62F7CA}" dt="2022-06-26T15:00:59.765" v="3820" actId="22"/>
          <ac:spMkLst>
            <pc:docMk/>
            <pc:sldMk cId="3300304749" sldId="371"/>
            <ac:spMk id="21" creationId="{8BC630A8-0BF4-1B05-37F4-DCDA3415BC6E}"/>
          </ac:spMkLst>
        </pc:spChg>
        <pc:spChg chg="add">
          <ac:chgData name="panwanke" userId="2eea59ba-b83b-4a63-b222-cef7f900ec6d" providerId="ADAL" clId="{9529A2F3-7C2E-4D7C-BE68-F9282F62F7CA}" dt="2022-06-26T15:00:59.765" v="3820" actId="22"/>
          <ac:spMkLst>
            <pc:docMk/>
            <pc:sldMk cId="3300304749" sldId="371"/>
            <ac:spMk id="23" creationId="{1495CF95-5919-4E9E-A4FE-758A964D5345}"/>
          </ac:spMkLst>
        </pc:spChg>
        <pc:spChg chg="add">
          <ac:chgData name="panwanke" userId="2eea59ba-b83b-4a63-b222-cef7f900ec6d" providerId="ADAL" clId="{9529A2F3-7C2E-4D7C-BE68-F9282F62F7CA}" dt="2022-06-26T15:00:59.765" v="3820" actId="22"/>
          <ac:spMkLst>
            <pc:docMk/>
            <pc:sldMk cId="3300304749" sldId="371"/>
            <ac:spMk id="25" creationId="{6E3BF266-3AB3-A5A9-9988-E448735DA472}"/>
          </ac:spMkLst>
        </pc:spChg>
        <pc:spChg chg="add">
          <ac:chgData name="panwanke" userId="2eea59ba-b83b-4a63-b222-cef7f900ec6d" providerId="ADAL" clId="{9529A2F3-7C2E-4D7C-BE68-F9282F62F7CA}" dt="2022-06-26T15:00:59.765" v="3820" actId="22"/>
          <ac:spMkLst>
            <pc:docMk/>
            <pc:sldMk cId="3300304749" sldId="371"/>
            <ac:spMk id="27" creationId="{4396F079-F6ED-3549-77B2-1F3CA2DB05D8}"/>
          </ac:spMkLst>
        </pc:spChg>
        <pc:spChg chg="add">
          <ac:chgData name="panwanke" userId="2eea59ba-b83b-4a63-b222-cef7f900ec6d" providerId="ADAL" clId="{9529A2F3-7C2E-4D7C-BE68-F9282F62F7CA}" dt="2022-06-26T15:00:59.765" v="3820" actId="22"/>
          <ac:spMkLst>
            <pc:docMk/>
            <pc:sldMk cId="3300304749" sldId="371"/>
            <ac:spMk id="29" creationId="{C134179B-8302-EF59-BF2E-1625C9434B65}"/>
          </ac:spMkLst>
        </pc:spChg>
        <pc:spChg chg="add">
          <ac:chgData name="panwanke" userId="2eea59ba-b83b-4a63-b222-cef7f900ec6d" providerId="ADAL" clId="{9529A2F3-7C2E-4D7C-BE68-F9282F62F7CA}" dt="2022-06-26T15:00:59.765" v="3820" actId="22"/>
          <ac:spMkLst>
            <pc:docMk/>
            <pc:sldMk cId="3300304749" sldId="371"/>
            <ac:spMk id="31" creationId="{90028FCE-940F-8811-D929-E07D12B8A94A}"/>
          </ac:spMkLst>
        </pc:spChg>
      </pc:sldChg>
      <pc:sldChg chg="addSp delSp modSp add mod ord modNotesTx">
        <pc:chgData name="panwanke" userId="2eea59ba-b83b-4a63-b222-cef7f900ec6d" providerId="ADAL" clId="{9529A2F3-7C2E-4D7C-BE68-F9282F62F7CA}" dt="2022-06-27T15:34:20.697" v="10776"/>
        <pc:sldMkLst>
          <pc:docMk/>
          <pc:sldMk cId="2965962707" sldId="372"/>
        </pc:sldMkLst>
        <pc:spChg chg="del">
          <ac:chgData name="panwanke" userId="2eea59ba-b83b-4a63-b222-cef7f900ec6d" providerId="ADAL" clId="{9529A2F3-7C2E-4D7C-BE68-F9282F62F7CA}" dt="2022-06-26T14:19:34.119" v="3576" actId="478"/>
          <ac:spMkLst>
            <pc:docMk/>
            <pc:sldMk cId="2965962707" sldId="372"/>
            <ac:spMk id="7" creationId="{E8781E2D-4119-5E3B-0CF6-EA4CDF9B64EB}"/>
          </ac:spMkLst>
        </pc:spChg>
        <pc:spChg chg="del">
          <ac:chgData name="panwanke" userId="2eea59ba-b83b-4a63-b222-cef7f900ec6d" providerId="ADAL" clId="{9529A2F3-7C2E-4D7C-BE68-F9282F62F7CA}" dt="2022-06-26T14:24:03.182" v="3640" actId="478"/>
          <ac:spMkLst>
            <pc:docMk/>
            <pc:sldMk cId="2965962707" sldId="372"/>
            <ac:spMk id="11" creationId="{DAF395F2-9C44-1E4F-32A7-14FAB8513E43}"/>
          </ac:spMkLst>
        </pc:spChg>
        <pc:spChg chg="add">
          <ac:chgData name="panwanke" userId="2eea59ba-b83b-4a63-b222-cef7f900ec6d" providerId="ADAL" clId="{9529A2F3-7C2E-4D7C-BE68-F9282F62F7CA}" dt="2022-06-26T14:28:00.894" v="3687" actId="22"/>
          <ac:spMkLst>
            <pc:docMk/>
            <pc:sldMk cId="2965962707" sldId="372"/>
            <ac:spMk id="13" creationId="{71E08C39-A8AB-F9F4-80AE-C948D7781F1B}"/>
          </ac:spMkLst>
        </pc:spChg>
        <pc:spChg chg="add">
          <ac:chgData name="panwanke" userId="2eea59ba-b83b-4a63-b222-cef7f900ec6d" providerId="ADAL" clId="{9529A2F3-7C2E-4D7C-BE68-F9282F62F7CA}" dt="2022-06-26T14:28:00.894" v="3687" actId="22"/>
          <ac:spMkLst>
            <pc:docMk/>
            <pc:sldMk cId="2965962707" sldId="372"/>
            <ac:spMk id="15" creationId="{D2CDB8CB-DE96-7672-9739-55CCB15C09A1}"/>
          </ac:spMkLst>
        </pc:spChg>
        <pc:spChg chg="add mod">
          <ac:chgData name="panwanke" userId="2eea59ba-b83b-4a63-b222-cef7f900ec6d" providerId="ADAL" clId="{9529A2F3-7C2E-4D7C-BE68-F9282F62F7CA}" dt="2022-06-26T14:28:08.047" v="3690" actId="113"/>
          <ac:spMkLst>
            <pc:docMk/>
            <pc:sldMk cId="2965962707" sldId="372"/>
            <ac:spMk id="17" creationId="{74F3A3C8-4A5B-019C-B34A-F03E2B7D750D}"/>
          </ac:spMkLst>
        </pc:spChg>
        <pc:spChg chg="add">
          <ac:chgData name="panwanke" userId="2eea59ba-b83b-4a63-b222-cef7f900ec6d" providerId="ADAL" clId="{9529A2F3-7C2E-4D7C-BE68-F9282F62F7CA}" dt="2022-06-26T15:01:01.063" v="3821" actId="22"/>
          <ac:spMkLst>
            <pc:docMk/>
            <pc:sldMk cId="2965962707" sldId="372"/>
            <ac:spMk id="19" creationId="{6A18406C-B75E-2A52-8671-180E1FAC4FAC}"/>
          </ac:spMkLst>
        </pc:spChg>
        <pc:spChg chg="add">
          <ac:chgData name="panwanke" userId="2eea59ba-b83b-4a63-b222-cef7f900ec6d" providerId="ADAL" clId="{9529A2F3-7C2E-4D7C-BE68-F9282F62F7CA}" dt="2022-06-26T15:01:01.063" v="3821" actId="22"/>
          <ac:spMkLst>
            <pc:docMk/>
            <pc:sldMk cId="2965962707" sldId="372"/>
            <ac:spMk id="21" creationId="{4A1084F6-D36B-465D-D853-B80385711305}"/>
          </ac:spMkLst>
        </pc:spChg>
        <pc:spChg chg="add">
          <ac:chgData name="panwanke" userId="2eea59ba-b83b-4a63-b222-cef7f900ec6d" providerId="ADAL" clId="{9529A2F3-7C2E-4D7C-BE68-F9282F62F7CA}" dt="2022-06-26T15:01:01.063" v="3821" actId="22"/>
          <ac:spMkLst>
            <pc:docMk/>
            <pc:sldMk cId="2965962707" sldId="372"/>
            <ac:spMk id="23" creationId="{E8EEC0C3-91D3-073D-0A95-156A4C546EF3}"/>
          </ac:spMkLst>
        </pc:spChg>
        <pc:spChg chg="add">
          <ac:chgData name="panwanke" userId="2eea59ba-b83b-4a63-b222-cef7f900ec6d" providerId="ADAL" clId="{9529A2F3-7C2E-4D7C-BE68-F9282F62F7CA}" dt="2022-06-26T15:01:01.063" v="3821" actId="22"/>
          <ac:spMkLst>
            <pc:docMk/>
            <pc:sldMk cId="2965962707" sldId="372"/>
            <ac:spMk id="25" creationId="{61FCFCF5-3ADD-5E38-37B3-16D009ACC45C}"/>
          </ac:spMkLst>
        </pc:spChg>
        <pc:spChg chg="add">
          <ac:chgData name="panwanke" userId="2eea59ba-b83b-4a63-b222-cef7f900ec6d" providerId="ADAL" clId="{9529A2F3-7C2E-4D7C-BE68-F9282F62F7CA}" dt="2022-06-26T15:01:01.063" v="3821" actId="22"/>
          <ac:spMkLst>
            <pc:docMk/>
            <pc:sldMk cId="2965962707" sldId="372"/>
            <ac:spMk id="27" creationId="{670E4E6C-0171-9604-F29F-041214D4E326}"/>
          </ac:spMkLst>
        </pc:spChg>
        <pc:spChg chg="add">
          <ac:chgData name="panwanke" userId="2eea59ba-b83b-4a63-b222-cef7f900ec6d" providerId="ADAL" clId="{9529A2F3-7C2E-4D7C-BE68-F9282F62F7CA}" dt="2022-06-26T15:01:01.063" v="3821" actId="22"/>
          <ac:spMkLst>
            <pc:docMk/>
            <pc:sldMk cId="2965962707" sldId="372"/>
            <ac:spMk id="29" creationId="{0C097A2B-CB20-F47B-B04B-E58D05AE89C5}"/>
          </ac:spMkLst>
        </pc:spChg>
        <pc:spChg chg="add">
          <ac:chgData name="panwanke" userId="2eea59ba-b83b-4a63-b222-cef7f900ec6d" providerId="ADAL" clId="{9529A2F3-7C2E-4D7C-BE68-F9282F62F7CA}" dt="2022-06-26T15:01:01.063" v="3821" actId="22"/>
          <ac:spMkLst>
            <pc:docMk/>
            <pc:sldMk cId="2965962707" sldId="372"/>
            <ac:spMk id="31" creationId="{2715547A-5825-B4C6-E535-8D1869D59EC7}"/>
          </ac:spMkLst>
        </pc:spChg>
        <pc:picChg chg="add mod">
          <ac:chgData name="panwanke" userId="2eea59ba-b83b-4a63-b222-cef7f900ec6d" providerId="ADAL" clId="{9529A2F3-7C2E-4D7C-BE68-F9282F62F7CA}" dt="2022-06-26T14:28:12.645" v="3692" actId="1076"/>
          <ac:picMkLst>
            <pc:docMk/>
            <pc:sldMk cId="2965962707" sldId="372"/>
            <ac:picMk id="4" creationId="{D245264F-59A9-2B6F-3A3E-4E962C693CBC}"/>
          </ac:picMkLst>
        </pc:picChg>
        <pc:picChg chg="del">
          <ac:chgData name="panwanke" userId="2eea59ba-b83b-4a63-b222-cef7f900ec6d" providerId="ADAL" clId="{9529A2F3-7C2E-4D7C-BE68-F9282F62F7CA}" dt="2022-06-26T14:24:03.691" v="3641" actId="478"/>
          <ac:picMkLst>
            <pc:docMk/>
            <pc:sldMk cId="2965962707" sldId="372"/>
            <ac:picMk id="6" creationId="{96E6C4D7-AE43-E3CB-9F88-D2B8698500A5}"/>
          </ac:picMkLst>
        </pc:picChg>
        <pc:picChg chg="add del mod">
          <ac:chgData name="panwanke" userId="2eea59ba-b83b-4a63-b222-cef7f900ec6d" providerId="ADAL" clId="{9529A2F3-7C2E-4D7C-BE68-F9282F62F7CA}" dt="2022-06-26T14:24:23.386" v="3652" actId="478"/>
          <ac:picMkLst>
            <pc:docMk/>
            <pc:sldMk cId="2965962707" sldId="372"/>
            <ac:picMk id="10" creationId="{1C6F4B40-FCB6-3EF0-2909-441B64862EE9}"/>
          </ac:picMkLst>
        </pc:picChg>
        <pc:picChg chg="add mod">
          <ac:chgData name="panwanke" userId="2eea59ba-b83b-4a63-b222-cef7f900ec6d" providerId="ADAL" clId="{9529A2F3-7C2E-4D7C-BE68-F9282F62F7CA}" dt="2022-06-26T15:14:36.368" v="3919" actId="1037"/>
          <ac:picMkLst>
            <pc:docMk/>
            <pc:sldMk cId="2965962707" sldId="372"/>
            <ac:picMk id="33" creationId="{71FE287C-A187-28CA-D3B9-F04A57E18798}"/>
          </ac:picMkLst>
        </pc:picChg>
      </pc:sldChg>
      <pc:sldChg chg="addSp delSp modSp add mod ord delAnim modAnim modNotesTx">
        <pc:chgData name="panwanke" userId="2eea59ba-b83b-4a63-b222-cef7f900ec6d" providerId="ADAL" clId="{9529A2F3-7C2E-4D7C-BE68-F9282F62F7CA}" dt="2022-06-27T15:29:22.850" v="10541" actId="20577"/>
        <pc:sldMkLst>
          <pc:docMk/>
          <pc:sldMk cId="1845212027" sldId="373"/>
        </pc:sldMkLst>
        <pc:spChg chg="del">
          <ac:chgData name="panwanke" userId="2eea59ba-b83b-4a63-b222-cef7f900ec6d" providerId="ADAL" clId="{9529A2F3-7C2E-4D7C-BE68-F9282F62F7CA}" dt="2022-06-27T06:57:25.659" v="3987" actId="478"/>
          <ac:spMkLst>
            <pc:docMk/>
            <pc:sldMk cId="1845212027" sldId="373"/>
            <ac:spMk id="2" creationId="{F2EDBBE9-2194-43FF-93CC-48B687E1F43C}"/>
          </ac:spMkLst>
        </pc:spChg>
        <pc:spChg chg="del mod">
          <ac:chgData name="panwanke" userId="2eea59ba-b83b-4a63-b222-cef7f900ec6d" providerId="ADAL" clId="{9529A2F3-7C2E-4D7C-BE68-F9282F62F7CA}" dt="2022-06-27T07:02:55.448" v="4010" actId="478"/>
          <ac:spMkLst>
            <pc:docMk/>
            <pc:sldMk cId="1845212027" sldId="373"/>
            <ac:spMk id="4" creationId="{E4FDB5A4-C30D-4425-BB5F-3BBF7F547CB0}"/>
          </ac:spMkLst>
        </pc:spChg>
        <pc:spChg chg="add">
          <ac:chgData name="panwanke" userId="2eea59ba-b83b-4a63-b222-cef7f900ec6d" providerId="ADAL" clId="{9529A2F3-7C2E-4D7C-BE68-F9282F62F7CA}" dt="2022-06-27T06:57:26.406" v="3988" actId="22"/>
          <ac:spMkLst>
            <pc:docMk/>
            <pc:sldMk cId="1845212027" sldId="373"/>
            <ac:spMk id="7" creationId="{6C43A761-1AB3-32B0-3D64-DE83B8747F8B}"/>
          </ac:spMkLst>
        </pc:spChg>
        <pc:spChg chg="add">
          <ac:chgData name="panwanke" userId="2eea59ba-b83b-4a63-b222-cef7f900ec6d" providerId="ADAL" clId="{9529A2F3-7C2E-4D7C-BE68-F9282F62F7CA}" dt="2022-06-27T06:57:26.406" v="3988" actId="22"/>
          <ac:spMkLst>
            <pc:docMk/>
            <pc:sldMk cId="1845212027" sldId="373"/>
            <ac:spMk id="9" creationId="{DC56A341-C7C9-EFBB-DE72-28BC378F2F71}"/>
          </ac:spMkLst>
        </pc:spChg>
        <pc:spChg chg="add">
          <ac:chgData name="panwanke" userId="2eea59ba-b83b-4a63-b222-cef7f900ec6d" providerId="ADAL" clId="{9529A2F3-7C2E-4D7C-BE68-F9282F62F7CA}" dt="2022-06-27T06:57:26.406" v="3988" actId="22"/>
          <ac:spMkLst>
            <pc:docMk/>
            <pc:sldMk cId="1845212027" sldId="373"/>
            <ac:spMk id="11" creationId="{FF6DEA37-1B97-73E0-DB5F-D8853A7BC92F}"/>
          </ac:spMkLst>
        </pc:spChg>
        <pc:spChg chg="del">
          <ac:chgData name="panwanke" userId="2eea59ba-b83b-4a63-b222-cef7f900ec6d" providerId="ADAL" clId="{9529A2F3-7C2E-4D7C-BE68-F9282F62F7CA}" dt="2022-06-27T06:57:25.659" v="3987" actId="478"/>
          <ac:spMkLst>
            <pc:docMk/>
            <pc:sldMk cId="1845212027" sldId="373"/>
            <ac:spMk id="12" creationId="{81AE3E5D-B057-F679-B0A6-C1C1F44A0E0A}"/>
          </ac:spMkLst>
        </pc:spChg>
        <pc:spChg chg="del">
          <ac:chgData name="panwanke" userId="2eea59ba-b83b-4a63-b222-cef7f900ec6d" providerId="ADAL" clId="{9529A2F3-7C2E-4D7C-BE68-F9282F62F7CA}" dt="2022-06-27T06:57:25.659" v="3987" actId="478"/>
          <ac:spMkLst>
            <pc:docMk/>
            <pc:sldMk cId="1845212027" sldId="373"/>
            <ac:spMk id="14" creationId="{042D50D8-F5A7-A830-52CF-E68E4A8650A4}"/>
          </ac:spMkLst>
        </pc:spChg>
        <pc:spChg chg="add">
          <ac:chgData name="panwanke" userId="2eea59ba-b83b-4a63-b222-cef7f900ec6d" providerId="ADAL" clId="{9529A2F3-7C2E-4D7C-BE68-F9282F62F7CA}" dt="2022-06-27T06:57:26.406" v="3988" actId="22"/>
          <ac:spMkLst>
            <pc:docMk/>
            <pc:sldMk cId="1845212027" sldId="373"/>
            <ac:spMk id="15" creationId="{F18AC555-E8DB-D24B-5757-A7A500709410}"/>
          </ac:spMkLst>
        </pc:spChg>
        <pc:spChg chg="del">
          <ac:chgData name="panwanke" userId="2eea59ba-b83b-4a63-b222-cef7f900ec6d" providerId="ADAL" clId="{9529A2F3-7C2E-4D7C-BE68-F9282F62F7CA}" dt="2022-06-27T06:57:25.659" v="3987" actId="478"/>
          <ac:spMkLst>
            <pc:docMk/>
            <pc:sldMk cId="1845212027" sldId="373"/>
            <ac:spMk id="16" creationId="{E58F882B-AF92-6D36-1897-7B28446BE80F}"/>
          </ac:spMkLst>
        </pc:spChg>
        <pc:spChg chg="add">
          <ac:chgData name="panwanke" userId="2eea59ba-b83b-4a63-b222-cef7f900ec6d" providerId="ADAL" clId="{9529A2F3-7C2E-4D7C-BE68-F9282F62F7CA}" dt="2022-06-27T06:57:26.406" v="3988" actId="22"/>
          <ac:spMkLst>
            <pc:docMk/>
            <pc:sldMk cId="1845212027" sldId="373"/>
            <ac:spMk id="18" creationId="{AA018776-8D47-6CE8-91C5-F4DF09C9A6F0}"/>
          </ac:spMkLst>
        </pc:spChg>
        <pc:spChg chg="add">
          <ac:chgData name="panwanke" userId="2eea59ba-b83b-4a63-b222-cef7f900ec6d" providerId="ADAL" clId="{9529A2F3-7C2E-4D7C-BE68-F9282F62F7CA}" dt="2022-06-27T06:57:26.406" v="3988" actId="22"/>
          <ac:spMkLst>
            <pc:docMk/>
            <pc:sldMk cId="1845212027" sldId="373"/>
            <ac:spMk id="20" creationId="{9BBC9E49-EA18-0109-DD03-650B4DACAC24}"/>
          </ac:spMkLst>
        </pc:spChg>
        <pc:spChg chg="add del">
          <ac:chgData name="panwanke" userId="2eea59ba-b83b-4a63-b222-cef7f900ec6d" providerId="ADAL" clId="{9529A2F3-7C2E-4D7C-BE68-F9282F62F7CA}" dt="2022-06-27T06:57:30.221" v="3989" actId="478"/>
          <ac:spMkLst>
            <pc:docMk/>
            <pc:sldMk cId="1845212027" sldId="373"/>
            <ac:spMk id="22" creationId="{8A084A7D-2798-8F3A-BDBD-2485C2886B81}"/>
          </ac:spMkLst>
        </pc:spChg>
        <pc:spChg chg="add">
          <ac:chgData name="panwanke" userId="2eea59ba-b83b-4a63-b222-cef7f900ec6d" providerId="ADAL" clId="{9529A2F3-7C2E-4D7C-BE68-F9282F62F7CA}" dt="2022-06-27T07:02:56.119" v="4011" actId="22"/>
          <ac:spMkLst>
            <pc:docMk/>
            <pc:sldMk cId="1845212027" sldId="373"/>
            <ac:spMk id="24" creationId="{B363F92C-F0D9-6A8F-1594-6C600398E79D}"/>
          </ac:spMkLst>
        </pc:spChg>
        <pc:picChg chg="del">
          <ac:chgData name="panwanke" userId="2eea59ba-b83b-4a63-b222-cef7f900ec6d" providerId="ADAL" clId="{9529A2F3-7C2E-4D7C-BE68-F9282F62F7CA}" dt="2022-06-27T06:57:25.659" v="3987" actId="478"/>
          <ac:picMkLst>
            <pc:docMk/>
            <pc:sldMk cId="1845212027" sldId="373"/>
            <ac:picMk id="6" creationId="{CD3076B0-0FD6-DEB3-14CC-27BD71633E43}"/>
          </ac:picMkLst>
        </pc:picChg>
        <pc:cxnChg chg="del">
          <ac:chgData name="panwanke" userId="2eea59ba-b83b-4a63-b222-cef7f900ec6d" providerId="ADAL" clId="{9529A2F3-7C2E-4D7C-BE68-F9282F62F7CA}" dt="2022-06-27T07:02:55.448" v="4010" actId="478"/>
          <ac:cxnSpMkLst>
            <pc:docMk/>
            <pc:sldMk cId="1845212027" sldId="373"/>
            <ac:cxnSpMk id="5" creationId="{6FD81F64-A4BD-4241-A358-AC71F804FACC}"/>
          </ac:cxnSpMkLst>
        </pc:cxnChg>
        <pc:cxnChg chg="add mod">
          <ac:chgData name="panwanke" userId="2eea59ba-b83b-4a63-b222-cef7f900ec6d" providerId="ADAL" clId="{9529A2F3-7C2E-4D7C-BE68-F9282F62F7CA}" dt="2022-06-27T07:02:56.119" v="4011" actId="22"/>
          <ac:cxnSpMkLst>
            <pc:docMk/>
            <pc:sldMk cId="1845212027" sldId="373"/>
            <ac:cxnSpMk id="26" creationId="{30797A73-94D2-8531-7081-DE5C6A7F8936}"/>
          </ac:cxnSpMkLst>
        </pc:cxnChg>
      </pc:sldChg>
      <pc:sldChg chg="addSp delSp modSp add mod">
        <pc:chgData name="panwanke" userId="2eea59ba-b83b-4a63-b222-cef7f900ec6d" providerId="ADAL" clId="{9529A2F3-7C2E-4D7C-BE68-F9282F62F7CA}" dt="2022-07-01T05:39:03.851" v="10929" actId="1037"/>
        <pc:sldMkLst>
          <pc:docMk/>
          <pc:sldMk cId="1767215356" sldId="374"/>
        </pc:sldMkLst>
        <pc:spChg chg="add mod">
          <ac:chgData name="panwanke" userId="2eea59ba-b83b-4a63-b222-cef7f900ec6d" providerId="ADAL" clId="{9529A2F3-7C2E-4D7C-BE68-F9282F62F7CA}" dt="2022-07-01T05:39:03.851" v="10929" actId="1037"/>
          <ac:spMkLst>
            <pc:docMk/>
            <pc:sldMk cId="1767215356" sldId="374"/>
            <ac:spMk id="5" creationId="{60DC53A4-3794-BC58-99E0-61A5D9AC23EE}"/>
          </ac:spMkLst>
        </pc:spChg>
        <pc:spChg chg="add del mod">
          <ac:chgData name="panwanke" userId="2eea59ba-b83b-4a63-b222-cef7f900ec6d" providerId="ADAL" clId="{9529A2F3-7C2E-4D7C-BE68-F9282F62F7CA}" dt="2022-07-01T05:36:30.729" v="10846" actId="478"/>
          <ac:spMkLst>
            <pc:docMk/>
            <pc:sldMk cId="1767215356" sldId="374"/>
            <ac:spMk id="9" creationId="{D5999FD2-12CF-EA9B-32CA-816B2873F32E}"/>
          </ac:spMkLst>
        </pc:spChg>
        <pc:spChg chg="del mod">
          <ac:chgData name="panwanke" userId="2eea59ba-b83b-4a63-b222-cef7f900ec6d" providerId="ADAL" clId="{9529A2F3-7C2E-4D7C-BE68-F9282F62F7CA}" dt="2022-07-01T05:38:56.896" v="10908" actId="478"/>
          <ac:spMkLst>
            <pc:docMk/>
            <pc:sldMk cId="1767215356" sldId="374"/>
            <ac:spMk id="10" creationId="{084B22A7-F805-75B0-8D2D-965B4E0048DC}"/>
          </ac:spMkLst>
        </pc:spChg>
        <pc:spChg chg="mod">
          <ac:chgData name="panwanke" userId="2eea59ba-b83b-4a63-b222-cef7f900ec6d" providerId="ADAL" clId="{9529A2F3-7C2E-4D7C-BE68-F9282F62F7CA}" dt="2022-07-01T05:39:03.851" v="10929" actId="1037"/>
          <ac:spMkLst>
            <pc:docMk/>
            <pc:sldMk cId="1767215356" sldId="374"/>
            <ac:spMk id="15" creationId="{6B9B1FE7-C42D-1ADF-9202-B8C7F4868997}"/>
          </ac:spMkLst>
        </pc:spChg>
        <pc:spChg chg="add mod">
          <ac:chgData name="panwanke" userId="2eea59ba-b83b-4a63-b222-cef7f900ec6d" providerId="ADAL" clId="{9529A2F3-7C2E-4D7C-BE68-F9282F62F7CA}" dt="2022-07-01T05:39:03.851" v="10929" actId="1037"/>
          <ac:spMkLst>
            <pc:docMk/>
            <pc:sldMk cId="1767215356" sldId="374"/>
            <ac:spMk id="16" creationId="{655375D1-EA1D-4320-DD6D-BACD35CC630B}"/>
          </ac:spMkLst>
        </pc:spChg>
        <pc:spChg chg="add mod">
          <ac:chgData name="panwanke" userId="2eea59ba-b83b-4a63-b222-cef7f900ec6d" providerId="ADAL" clId="{9529A2F3-7C2E-4D7C-BE68-F9282F62F7CA}" dt="2022-07-01T05:39:03.851" v="10929" actId="1037"/>
          <ac:spMkLst>
            <pc:docMk/>
            <pc:sldMk cId="1767215356" sldId="374"/>
            <ac:spMk id="18" creationId="{7E091183-9D31-F66C-C41D-E67AFB35F1B0}"/>
          </ac:spMkLst>
        </pc:spChg>
        <pc:spChg chg="mod">
          <ac:chgData name="panwanke" userId="2eea59ba-b83b-4a63-b222-cef7f900ec6d" providerId="ADAL" clId="{9529A2F3-7C2E-4D7C-BE68-F9282F62F7CA}" dt="2022-07-01T05:39:03.851" v="10929" actId="1037"/>
          <ac:spMkLst>
            <pc:docMk/>
            <pc:sldMk cId="1767215356" sldId="374"/>
            <ac:spMk id="20" creationId="{CC73B06C-653E-70E5-1E9E-5E758303A30F}"/>
          </ac:spMkLst>
        </pc:spChg>
        <pc:spChg chg="add mod">
          <ac:chgData name="panwanke" userId="2eea59ba-b83b-4a63-b222-cef7f900ec6d" providerId="ADAL" clId="{9529A2F3-7C2E-4D7C-BE68-F9282F62F7CA}" dt="2022-07-01T05:39:03.851" v="10929" actId="1037"/>
          <ac:spMkLst>
            <pc:docMk/>
            <pc:sldMk cId="1767215356" sldId="374"/>
            <ac:spMk id="21" creationId="{A71F9235-D7D2-53F7-A026-3EAC53DE2FE8}"/>
          </ac:spMkLst>
        </pc:spChg>
        <pc:spChg chg="mod">
          <ac:chgData name="panwanke" userId="2eea59ba-b83b-4a63-b222-cef7f900ec6d" providerId="ADAL" clId="{9529A2F3-7C2E-4D7C-BE68-F9282F62F7CA}" dt="2022-07-01T05:39:03.851" v="10929" actId="1037"/>
          <ac:spMkLst>
            <pc:docMk/>
            <pc:sldMk cId="1767215356" sldId="374"/>
            <ac:spMk id="22" creationId="{A89B9EA5-9780-9787-F060-7E59A335ED0D}"/>
          </ac:spMkLst>
        </pc:spChg>
        <pc:spChg chg="add mod">
          <ac:chgData name="panwanke" userId="2eea59ba-b83b-4a63-b222-cef7f900ec6d" providerId="ADAL" clId="{9529A2F3-7C2E-4D7C-BE68-F9282F62F7CA}" dt="2022-07-01T05:39:03.851" v="10929" actId="1037"/>
          <ac:spMkLst>
            <pc:docMk/>
            <pc:sldMk cId="1767215356" sldId="374"/>
            <ac:spMk id="24" creationId="{FC9E1EBF-B769-40FA-0CD1-D0DA8F9CB501}"/>
          </ac:spMkLst>
        </pc:spChg>
        <pc:spChg chg="add mod">
          <ac:chgData name="panwanke" userId="2eea59ba-b83b-4a63-b222-cef7f900ec6d" providerId="ADAL" clId="{9529A2F3-7C2E-4D7C-BE68-F9282F62F7CA}" dt="2022-07-01T05:39:03.851" v="10929" actId="1037"/>
          <ac:spMkLst>
            <pc:docMk/>
            <pc:sldMk cId="1767215356" sldId="374"/>
            <ac:spMk id="26" creationId="{6A7F8773-08D6-A7FD-267E-5D6BBA72CBF3}"/>
          </ac:spMkLst>
        </pc:spChg>
        <pc:spChg chg="add mod">
          <ac:chgData name="panwanke" userId="2eea59ba-b83b-4a63-b222-cef7f900ec6d" providerId="ADAL" clId="{9529A2F3-7C2E-4D7C-BE68-F9282F62F7CA}" dt="2022-07-01T05:39:03.851" v="10929" actId="1037"/>
          <ac:spMkLst>
            <pc:docMk/>
            <pc:sldMk cId="1767215356" sldId="374"/>
            <ac:spMk id="28" creationId="{AF86F5EF-0111-91B3-84EF-439854C09B06}"/>
          </ac:spMkLst>
        </pc:spChg>
        <pc:cxnChg chg="del mod">
          <ac:chgData name="panwanke" userId="2eea59ba-b83b-4a63-b222-cef7f900ec6d" providerId="ADAL" clId="{9529A2F3-7C2E-4D7C-BE68-F9282F62F7CA}" dt="2022-07-01T05:38:59.064" v="10909" actId="478"/>
          <ac:cxnSpMkLst>
            <pc:docMk/>
            <pc:sldMk cId="1767215356" sldId="374"/>
            <ac:cxnSpMk id="13" creationId="{8C8AF299-FA64-F5BA-5FD1-6E6D2C595260}"/>
          </ac:cxnSpMkLst>
        </pc:cxnChg>
      </pc:sldChg>
      <pc:sldMasterChg chg="setBg modSldLayout">
        <pc:chgData name="panwanke" userId="2eea59ba-b83b-4a63-b222-cef7f900ec6d" providerId="ADAL" clId="{9529A2F3-7C2E-4D7C-BE68-F9282F62F7CA}" dt="2022-06-24T06:14:07.467" v="73"/>
        <pc:sldMasterMkLst>
          <pc:docMk/>
          <pc:sldMasterMk cId="2973877920" sldId="2147483660"/>
        </pc:sldMasterMkLst>
        <pc:sldLayoutChg chg="setBg">
          <pc:chgData name="panwanke" userId="2eea59ba-b83b-4a63-b222-cef7f900ec6d" providerId="ADAL" clId="{9529A2F3-7C2E-4D7C-BE68-F9282F62F7CA}" dt="2022-06-24T06:14:07.467" v="73"/>
          <pc:sldLayoutMkLst>
            <pc:docMk/>
            <pc:sldMasterMk cId="2973877920" sldId="2147483660"/>
            <pc:sldLayoutMk cId="2354487928" sldId="2147483661"/>
          </pc:sldLayoutMkLst>
        </pc:sldLayoutChg>
        <pc:sldLayoutChg chg="setBg">
          <pc:chgData name="panwanke" userId="2eea59ba-b83b-4a63-b222-cef7f900ec6d" providerId="ADAL" clId="{9529A2F3-7C2E-4D7C-BE68-F9282F62F7CA}" dt="2022-06-24T06:14:07.467" v="73"/>
          <pc:sldLayoutMkLst>
            <pc:docMk/>
            <pc:sldMasterMk cId="2973877920" sldId="2147483660"/>
            <pc:sldLayoutMk cId="1572677184" sldId="2147483662"/>
          </pc:sldLayoutMkLst>
        </pc:sldLayoutChg>
        <pc:sldLayoutChg chg="setBg">
          <pc:chgData name="panwanke" userId="2eea59ba-b83b-4a63-b222-cef7f900ec6d" providerId="ADAL" clId="{9529A2F3-7C2E-4D7C-BE68-F9282F62F7CA}" dt="2022-06-24T06:14:07.467" v="73"/>
          <pc:sldLayoutMkLst>
            <pc:docMk/>
            <pc:sldMasterMk cId="2973877920" sldId="2147483660"/>
            <pc:sldLayoutMk cId="1375816147" sldId="2147483663"/>
          </pc:sldLayoutMkLst>
        </pc:sldLayoutChg>
        <pc:sldLayoutChg chg="setBg">
          <pc:chgData name="panwanke" userId="2eea59ba-b83b-4a63-b222-cef7f900ec6d" providerId="ADAL" clId="{9529A2F3-7C2E-4D7C-BE68-F9282F62F7CA}" dt="2022-06-24T06:14:07.467" v="73"/>
          <pc:sldLayoutMkLst>
            <pc:docMk/>
            <pc:sldMasterMk cId="2973877920" sldId="2147483660"/>
            <pc:sldLayoutMk cId="3686969366" sldId="2147483664"/>
          </pc:sldLayoutMkLst>
        </pc:sldLayoutChg>
        <pc:sldLayoutChg chg="setBg">
          <pc:chgData name="panwanke" userId="2eea59ba-b83b-4a63-b222-cef7f900ec6d" providerId="ADAL" clId="{9529A2F3-7C2E-4D7C-BE68-F9282F62F7CA}" dt="2022-06-24T06:14:07.467" v="73"/>
          <pc:sldLayoutMkLst>
            <pc:docMk/>
            <pc:sldMasterMk cId="2973877920" sldId="2147483660"/>
            <pc:sldLayoutMk cId="1603448829" sldId="2147483665"/>
          </pc:sldLayoutMkLst>
        </pc:sldLayoutChg>
        <pc:sldLayoutChg chg="setBg">
          <pc:chgData name="panwanke" userId="2eea59ba-b83b-4a63-b222-cef7f900ec6d" providerId="ADAL" clId="{9529A2F3-7C2E-4D7C-BE68-F9282F62F7CA}" dt="2022-06-24T06:14:07.467" v="73"/>
          <pc:sldLayoutMkLst>
            <pc:docMk/>
            <pc:sldMasterMk cId="2973877920" sldId="2147483660"/>
            <pc:sldLayoutMk cId="4122100982" sldId="2147483666"/>
          </pc:sldLayoutMkLst>
        </pc:sldLayoutChg>
        <pc:sldLayoutChg chg="setBg">
          <pc:chgData name="panwanke" userId="2eea59ba-b83b-4a63-b222-cef7f900ec6d" providerId="ADAL" clId="{9529A2F3-7C2E-4D7C-BE68-F9282F62F7CA}" dt="2022-06-24T06:14:07.467" v="73"/>
          <pc:sldLayoutMkLst>
            <pc:docMk/>
            <pc:sldMasterMk cId="2973877920" sldId="2147483660"/>
            <pc:sldLayoutMk cId="1238169341" sldId="2147483667"/>
          </pc:sldLayoutMkLst>
        </pc:sldLayoutChg>
        <pc:sldLayoutChg chg="setBg">
          <pc:chgData name="panwanke" userId="2eea59ba-b83b-4a63-b222-cef7f900ec6d" providerId="ADAL" clId="{9529A2F3-7C2E-4D7C-BE68-F9282F62F7CA}" dt="2022-06-24T06:14:07.467" v="73"/>
          <pc:sldLayoutMkLst>
            <pc:docMk/>
            <pc:sldMasterMk cId="2973877920" sldId="2147483660"/>
            <pc:sldLayoutMk cId="327304257" sldId="2147483668"/>
          </pc:sldLayoutMkLst>
        </pc:sldLayoutChg>
        <pc:sldLayoutChg chg="setBg">
          <pc:chgData name="panwanke" userId="2eea59ba-b83b-4a63-b222-cef7f900ec6d" providerId="ADAL" clId="{9529A2F3-7C2E-4D7C-BE68-F9282F62F7CA}" dt="2022-06-24T06:14:07.467" v="73"/>
          <pc:sldLayoutMkLst>
            <pc:docMk/>
            <pc:sldMasterMk cId="2973877920" sldId="2147483660"/>
            <pc:sldLayoutMk cId="3363615011" sldId="2147483669"/>
          </pc:sldLayoutMkLst>
        </pc:sldLayoutChg>
        <pc:sldLayoutChg chg="setBg">
          <pc:chgData name="panwanke" userId="2eea59ba-b83b-4a63-b222-cef7f900ec6d" providerId="ADAL" clId="{9529A2F3-7C2E-4D7C-BE68-F9282F62F7CA}" dt="2022-06-24T06:14:07.467" v="73"/>
          <pc:sldLayoutMkLst>
            <pc:docMk/>
            <pc:sldMasterMk cId="2973877920" sldId="2147483660"/>
            <pc:sldLayoutMk cId="743854207" sldId="2147483670"/>
          </pc:sldLayoutMkLst>
        </pc:sldLayoutChg>
        <pc:sldLayoutChg chg="setBg">
          <pc:chgData name="panwanke" userId="2eea59ba-b83b-4a63-b222-cef7f900ec6d" providerId="ADAL" clId="{9529A2F3-7C2E-4D7C-BE68-F9282F62F7CA}" dt="2022-06-24T06:14:07.467" v="73"/>
          <pc:sldLayoutMkLst>
            <pc:docMk/>
            <pc:sldMasterMk cId="2973877920" sldId="2147483660"/>
            <pc:sldLayoutMk cId="3243563081" sldId="214748367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1A1C36-00F9-4172-B9EA-A152DBAACB69}" type="doc">
      <dgm:prSet loTypeId="urn:microsoft.com/office/officeart/2008/layout/SquareAccent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976D7A04-4F7F-4141-907F-EAE823E92F1F}">
      <dgm:prSet phldrT="[文本]" custT="1"/>
      <dgm:spPr/>
      <dgm:t>
        <a:bodyPr/>
        <a:lstStyle/>
        <a:p>
          <a:r>
            <a:rPr lang="en-US" altLang="zh-CN" sz="3200" dirty="0">
              <a:latin typeface="Roboto" panose="02000000000000000000" pitchFamily="2" charset="0"/>
              <a:ea typeface="Roboto" panose="02000000000000000000" pitchFamily="2" charset="0"/>
            </a:rPr>
            <a:t>Discussion</a:t>
          </a:r>
          <a:endParaRPr lang="zh-CN" altLang="en-US" sz="3200" dirty="0">
            <a:latin typeface="Roboto" panose="02000000000000000000" pitchFamily="2" charset="0"/>
          </a:endParaRPr>
        </a:p>
      </dgm:t>
    </dgm:pt>
    <dgm:pt modelId="{FA2FBDB0-6A13-4541-BBCD-3BD6E1EE6AAC}" type="parTrans" cxnId="{1DAE464A-86C8-4335-95B1-FE73AAB79607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FDE8A5A8-0DF6-4236-9C24-093C58A9946F}" type="sibTrans" cxnId="{1DAE464A-86C8-4335-95B1-FE73AAB79607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D4850567-E507-4ADF-B817-2E80588148B3}">
      <dgm:prSet phldrT="[文本]"/>
      <dgm:spPr/>
      <dgm:t>
        <a:bodyPr/>
        <a:lstStyle/>
        <a:p>
          <a:r>
            <a:rPr lang="en-US" b="0" dirty="0">
              <a:latin typeface="Roboto" panose="02000000000000000000" pitchFamily="2" charset="0"/>
              <a:ea typeface="Roboto" panose="02000000000000000000" pitchFamily="2" charset="0"/>
            </a:rPr>
            <a:t>belief reinforcement</a:t>
          </a:r>
          <a:endParaRPr lang="zh-CN" altLang="en-US" b="0" dirty="0">
            <a:latin typeface="Roboto" panose="02000000000000000000" pitchFamily="2" charset="0"/>
          </a:endParaRPr>
        </a:p>
      </dgm:t>
    </dgm:pt>
    <dgm:pt modelId="{F3CB51C1-1856-4B93-A9D7-941A12E9EC4C}" type="parTrans" cxnId="{2E9B7D97-5234-4756-89A9-56149F78BCF3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89405761-58B3-483E-8A7A-A48523562578}" type="sibTrans" cxnId="{2E9B7D97-5234-4756-89A9-56149F78BCF3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5FAB742B-8064-4A8D-91FF-B5C2267204F7}">
      <dgm:prSet phldrT="[文本]"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power law</a:t>
          </a:r>
          <a:endParaRPr lang="zh-CN" altLang="en-US" dirty="0">
            <a:latin typeface="Roboto" panose="02000000000000000000" pitchFamily="2" charset="0"/>
          </a:endParaRPr>
        </a:p>
      </dgm:t>
    </dgm:pt>
    <dgm:pt modelId="{06A8796C-9744-40C0-806C-A859A977B424}" type="parTrans" cxnId="{0D0BF7E3-F9C2-411E-B541-F417B08CF9E5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D766F411-291B-41DA-9CC7-46631E8AE596}" type="sibTrans" cxnId="{0D0BF7E3-F9C2-411E-B541-F417B08CF9E5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21BDC21F-1171-4F70-9FA3-FA0DBE2322D3}">
      <dgm:prSet phldrT="[文本]"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willingness to wait for social information</a:t>
          </a:r>
          <a:endParaRPr lang="zh-CN" altLang="en-US" dirty="0">
            <a:latin typeface="Roboto" panose="02000000000000000000" pitchFamily="2" charset="0"/>
          </a:endParaRPr>
        </a:p>
      </dgm:t>
    </dgm:pt>
    <dgm:pt modelId="{C45401D9-CA0D-4429-80B6-179CB0B779D3}" type="parTrans" cxnId="{0291FE6A-6B24-4872-8761-B8EDF8FABF85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B73CEE1F-8386-4C7B-A922-A5C587E5FF2F}" type="sibTrans" cxnId="{0291FE6A-6B24-4872-8761-B8EDF8FABF85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EEBE9147-AD19-4A5C-ACEC-18EEB999373C}">
      <dgm:prSet phldrT="[文本]" custT="1"/>
      <dgm:spPr/>
      <dgm:t>
        <a:bodyPr/>
        <a:lstStyle/>
        <a:p>
          <a:r>
            <a:rPr lang="en-US" altLang="zh-CN" sz="3200" dirty="0">
              <a:latin typeface="Roboto" panose="02000000000000000000" pitchFamily="2" charset="0"/>
              <a:ea typeface="Roboto" panose="02000000000000000000" pitchFamily="2" charset="0"/>
            </a:rPr>
            <a:t>Future</a:t>
          </a:r>
          <a:endParaRPr lang="zh-CN" altLang="en-US" sz="3200" dirty="0">
            <a:latin typeface="Roboto" panose="02000000000000000000" pitchFamily="2" charset="0"/>
          </a:endParaRPr>
        </a:p>
      </dgm:t>
    </dgm:pt>
    <dgm:pt modelId="{DA3BC074-9728-45DC-BE91-F6A5BCA2EAA3}" type="parTrans" cxnId="{864E317A-A9AC-48F1-B792-5B0460F21065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8E348067-6501-4A26-AC34-DEAC93CD1086}" type="sibTrans" cxnId="{864E317A-A9AC-48F1-B792-5B0460F21065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53C6A8B2-56AF-4774-ADD3-166A40E28532}">
      <dgm:prSet phldrT="[文本]"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delay between personal choice and provision of social information</a:t>
          </a:r>
          <a:endParaRPr lang="zh-CN" altLang="en-US" dirty="0">
            <a:latin typeface="Roboto" panose="02000000000000000000" pitchFamily="2" charset="0"/>
          </a:endParaRPr>
        </a:p>
      </dgm:t>
    </dgm:pt>
    <dgm:pt modelId="{50C7E020-20E4-422D-8200-34AC3F119173}" type="parTrans" cxnId="{F5D197B7-E828-4C78-8EA6-E4B0348EB53A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F1726E8B-A0FB-4D82-A82C-B4A2F11F0318}" type="sibTrans" cxnId="{F5D197B7-E828-4C78-8EA6-E4B0348EB53A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ACF21ED2-5E22-4756-9E70-371B6DFAFBFF}">
      <dgm:prSet phldrT="[文本]"/>
      <dgm:spPr/>
      <dgm:t>
        <a:bodyPr/>
        <a:lstStyle/>
        <a:p>
          <a:r>
            <a:rPr lang="en-US" b="0" dirty="0">
              <a:latin typeface="Roboto" panose="02000000000000000000" pitchFamily="2" charset="0"/>
              <a:ea typeface="Roboto" panose="02000000000000000000" pitchFamily="2" charset="0"/>
            </a:rPr>
            <a:t>quorum responses</a:t>
          </a:r>
          <a:endParaRPr lang="zh-CN" altLang="en-US" b="0" dirty="0">
            <a:latin typeface="Roboto" panose="02000000000000000000" pitchFamily="2" charset="0"/>
          </a:endParaRPr>
        </a:p>
      </dgm:t>
    </dgm:pt>
    <dgm:pt modelId="{D2335734-D5C8-4F25-949C-0334331D1B30}" type="parTrans" cxnId="{B4FB1955-0075-41CA-B66C-6A2C47071B75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D16E3E93-9C00-4C17-9483-C0A46AD562B6}" type="sibTrans" cxnId="{B4FB1955-0075-41CA-B66C-6A2C47071B75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B2948025-0CCA-447A-A9D3-ED7EAB3199A5}">
      <dgm:prSet phldrT="[文本]"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interrelationships between the different parameters and idiosyncrasy</a:t>
          </a:r>
          <a:endParaRPr lang="zh-CN" altLang="en-US" dirty="0">
            <a:latin typeface="Roboto" panose="02000000000000000000" pitchFamily="2" charset="0"/>
          </a:endParaRPr>
        </a:p>
      </dgm:t>
    </dgm:pt>
    <dgm:pt modelId="{96F1521A-4A27-4910-B93E-E309BFED98AF}" type="parTrans" cxnId="{E0C422D1-BEEC-49CB-BB80-9D311174F731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D6BE232E-47E6-4A3B-9259-ABD7224C6CE3}" type="sibTrans" cxnId="{E0C422D1-BEEC-49CB-BB80-9D311174F731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50A3E628-F30C-476E-9000-BD3E811F1836}">
      <dgm:prSet phldrT="[文本]"/>
      <dgm:spPr/>
      <dgm:t>
        <a:bodyPr/>
        <a:lstStyle/>
        <a:p>
          <a:r>
            <a:rPr lang="en-US" altLang="zh-CN" dirty="0">
              <a:latin typeface="Roboto" panose="02000000000000000000" pitchFamily="2" charset="0"/>
              <a:ea typeface="Roboto" panose="02000000000000000000" pitchFamily="2" charset="0"/>
            </a:rPr>
            <a:t>quality of information cascades</a:t>
          </a:r>
          <a:endParaRPr lang="zh-CN" altLang="en-US" dirty="0">
            <a:latin typeface="Roboto" panose="02000000000000000000" pitchFamily="2" charset="0"/>
          </a:endParaRPr>
        </a:p>
      </dgm:t>
    </dgm:pt>
    <dgm:pt modelId="{527A0C0B-B760-4D8C-A7EA-412A88134967}" type="parTrans" cxnId="{F6261A2D-4718-478A-A526-1D974ABBE54C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929FA59B-9F03-4D00-A8D1-9F4F3CD24347}" type="sibTrans" cxnId="{F6261A2D-4718-478A-A526-1D974ABBE54C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E606B64C-565B-479B-BA48-741991220CB5}">
      <dgm:prSet phldrT="[文本]"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how individuals adjust their start point depending on their confidence</a:t>
          </a:r>
          <a:endParaRPr lang="zh-CN" altLang="en-US" dirty="0">
            <a:latin typeface="Roboto" panose="02000000000000000000" pitchFamily="2" charset="0"/>
          </a:endParaRPr>
        </a:p>
      </dgm:t>
    </dgm:pt>
    <dgm:pt modelId="{494909D6-C46F-4A14-ADCE-D2A55CD54F2D}" type="parTrans" cxnId="{8C249AA1-8E8C-4814-85DF-ADD621B6012F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483C6449-29C1-430C-B25C-83973A9D7D19}" type="sibTrans" cxnId="{8C249AA1-8E8C-4814-85DF-ADD621B6012F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B7625A37-FA84-4E88-BAA1-D9B7FA1A26ED}">
      <dgm:prSet phldrT="[文本]"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agent-based simulations</a:t>
          </a:r>
          <a:endParaRPr lang="zh-CN" altLang="en-US" dirty="0">
            <a:latin typeface="Roboto" panose="02000000000000000000" pitchFamily="2" charset="0"/>
          </a:endParaRPr>
        </a:p>
      </dgm:t>
    </dgm:pt>
    <dgm:pt modelId="{BB075DFB-A216-43E2-883C-B6AF29A5FA69}" type="parTrans" cxnId="{484271C6-E148-4061-A595-83766C072862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70815A25-D629-4A4B-A01F-F19CCE4D8DFB}" type="sibTrans" cxnId="{484271C6-E148-4061-A595-83766C072862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1B9664EE-C02C-43C5-A354-8E3ABA07F644}">
      <dgm:prSet phldrT="[文本]"/>
      <dgm:spPr/>
      <dgm:t>
        <a:bodyPr/>
        <a:lstStyle/>
        <a:p>
          <a:r>
            <a:rPr lang="en-US" altLang="en-US" dirty="0">
              <a:latin typeface="Roboto" panose="02000000000000000000" pitchFamily="2" charset="0"/>
              <a:ea typeface="Roboto" panose="02000000000000000000" pitchFamily="2" charset="0"/>
            </a:rPr>
            <a:t>schooling fish(poel2022)</a:t>
          </a:r>
          <a:endParaRPr lang="zh-CN" altLang="en-US" dirty="0">
            <a:latin typeface="Roboto" panose="02000000000000000000" pitchFamily="2" charset="0"/>
          </a:endParaRPr>
        </a:p>
      </dgm:t>
    </dgm:pt>
    <dgm:pt modelId="{B2B7CFCD-70BE-4A41-9CEE-EA3A87304C83}" type="parTrans" cxnId="{12B69BB6-5CA1-47EB-9391-7C968AE0FBB2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BE790A5B-CEA2-4894-A201-EBFD7119D878}" type="sibTrans" cxnId="{12B69BB6-5CA1-47EB-9391-7C968AE0FBB2}">
      <dgm:prSet/>
      <dgm:spPr/>
      <dgm:t>
        <a:bodyPr/>
        <a:lstStyle/>
        <a:p>
          <a:endParaRPr lang="zh-CN" altLang="en-US">
            <a:latin typeface="Roboto" panose="02000000000000000000" pitchFamily="2" charset="0"/>
          </a:endParaRPr>
        </a:p>
      </dgm:t>
    </dgm:pt>
    <dgm:pt modelId="{A88A7CAF-A11A-47B1-BCCE-9E8F9C065725}" type="pres">
      <dgm:prSet presAssocID="{9D1A1C36-00F9-4172-B9EA-A152DBAACB69}" presName="layout" presStyleCnt="0">
        <dgm:presLayoutVars>
          <dgm:chMax/>
          <dgm:chPref/>
          <dgm:dir/>
          <dgm:resizeHandles/>
        </dgm:presLayoutVars>
      </dgm:prSet>
      <dgm:spPr/>
    </dgm:pt>
    <dgm:pt modelId="{640A10C4-636E-44C2-B89A-DC99E29D31B1}" type="pres">
      <dgm:prSet presAssocID="{976D7A04-4F7F-4141-907F-EAE823E92F1F}" presName="root" presStyleCnt="0">
        <dgm:presLayoutVars>
          <dgm:chMax/>
          <dgm:chPref/>
        </dgm:presLayoutVars>
      </dgm:prSet>
      <dgm:spPr/>
    </dgm:pt>
    <dgm:pt modelId="{7BD789EF-276B-420C-830F-96EEB6996780}" type="pres">
      <dgm:prSet presAssocID="{976D7A04-4F7F-4141-907F-EAE823E92F1F}" presName="rootComposite" presStyleCnt="0">
        <dgm:presLayoutVars/>
      </dgm:prSet>
      <dgm:spPr/>
    </dgm:pt>
    <dgm:pt modelId="{FF532416-7F6A-4855-809A-6D42F9413878}" type="pres">
      <dgm:prSet presAssocID="{976D7A04-4F7F-4141-907F-EAE823E92F1F}" presName="ParentAccent" presStyleLbl="alignNode1" presStyleIdx="0" presStyleCnt="2"/>
      <dgm:spPr/>
    </dgm:pt>
    <dgm:pt modelId="{E7B7D45E-7C39-4812-9996-C27B5C6EA5D5}" type="pres">
      <dgm:prSet presAssocID="{976D7A04-4F7F-4141-907F-EAE823E92F1F}" presName="ParentSmallAccent" presStyleLbl="fgAcc1" presStyleIdx="0" presStyleCnt="2"/>
      <dgm:spPr/>
    </dgm:pt>
    <dgm:pt modelId="{173D7B5D-D803-4CB3-A400-80734F7166C3}" type="pres">
      <dgm:prSet presAssocID="{976D7A04-4F7F-4141-907F-EAE823E92F1F}" presName="Parent" presStyleLbl="revTx" presStyleIdx="0" presStyleCnt="12">
        <dgm:presLayoutVars>
          <dgm:chMax/>
          <dgm:chPref val="4"/>
          <dgm:bulletEnabled val="1"/>
        </dgm:presLayoutVars>
      </dgm:prSet>
      <dgm:spPr/>
    </dgm:pt>
    <dgm:pt modelId="{27B63A8A-D3C2-4184-84CC-12EAE04CBA5D}" type="pres">
      <dgm:prSet presAssocID="{976D7A04-4F7F-4141-907F-EAE823E92F1F}" presName="childShape" presStyleCnt="0">
        <dgm:presLayoutVars>
          <dgm:chMax val="0"/>
          <dgm:chPref val="0"/>
        </dgm:presLayoutVars>
      </dgm:prSet>
      <dgm:spPr/>
    </dgm:pt>
    <dgm:pt modelId="{8B1F9236-4909-4421-8DCC-6CB51EF93A95}" type="pres">
      <dgm:prSet presAssocID="{D4850567-E507-4ADF-B817-2E80588148B3}" presName="childComposite" presStyleCnt="0">
        <dgm:presLayoutVars>
          <dgm:chMax val="0"/>
          <dgm:chPref val="0"/>
        </dgm:presLayoutVars>
      </dgm:prSet>
      <dgm:spPr/>
    </dgm:pt>
    <dgm:pt modelId="{AEF33CA3-34DF-45F4-A780-E9F06C8B9518}" type="pres">
      <dgm:prSet presAssocID="{D4850567-E507-4ADF-B817-2E80588148B3}" presName="ChildAccent" presStyleLbl="solidFgAcc1" presStyleIdx="0" presStyleCnt="10"/>
      <dgm:spPr/>
    </dgm:pt>
    <dgm:pt modelId="{875C2EEA-E3EB-4F02-A9DF-DF6D243C0852}" type="pres">
      <dgm:prSet presAssocID="{D4850567-E507-4ADF-B817-2E80588148B3}" presName="Child" presStyleLbl="revTx" presStyleIdx="1" presStyleCnt="12">
        <dgm:presLayoutVars>
          <dgm:chMax val="0"/>
          <dgm:chPref val="0"/>
          <dgm:bulletEnabled val="1"/>
        </dgm:presLayoutVars>
      </dgm:prSet>
      <dgm:spPr/>
    </dgm:pt>
    <dgm:pt modelId="{480600FE-1EB7-4EE9-992E-5D1BBE3D9AB7}" type="pres">
      <dgm:prSet presAssocID="{5FAB742B-8064-4A8D-91FF-B5C2267204F7}" presName="childComposite" presStyleCnt="0">
        <dgm:presLayoutVars>
          <dgm:chMax val="0"/>
          <dgm:chPref val="0"/>
        </dgm:presLayoutVars>
      </dgm:prSet>
      <dgm:spPr/>
    </dgm:pt>
    <dgm:pt modelId="{FA1D356F-B0B1-4568-81FA-A2AFA05C0340}" type="pres">
      <dgm:prSet presAssocID="{5FAB742B-8064-4A8D-91FF-B5C2267204F7}" presName="ChildAccent" presStyleLbl="solidFgAcc1" presStyleIdx="1" presStyleCnt="10"/>
      <dgm:spPr/>
    </dgm:pt>
    <dgm:pt modelId="{D48B91B9-5931-416B-BF53-71542FE539ED}" type="pres">
      <dgm:prSet presAssocID="{5FAB742B-8064-4A8D-91FF-B5C2267204F7}" presName="Child" presStyleLbl="revTx" presStyleIdx="2" presStyleCnt="12">
        <dgm:presLayoutVars>
          <dgm:chMax val="0"/>
          <dgm:chPref val="0"/>
          <dgm:bulletEnabled val="1"/>
        </dgm:presLayoutVars>
      </dgm:prSet>
      <dgm:spPr/>
    </dgm:pt>
    <dgm:pt modelId="{0A435562-41F0-470B-83F0-4739043D8D02}" type="pres">
      <dgm:prSet presAssocID="{21BDC21F-1171-4F70-9FA3-FA0DBE2322D3}" presName="childComposite" presStyleCnt="0">
        <dgm:presLayoutVars>
          <dgm:chMax val="0"/>
          <dgm:chPref val="0"/>
        </dgm:presLayoutVars>
      </dgm:prSet>
      <dgm:spPr/>
    </dgm:pt>
    <dgm:pt modelId="{795D7B69-8192-404F-B887-A7C4B9C6EFF9}" type="pres">
      <dgm:prSet presAssocID="{21BDC21F-1171-4F70-9FA3-FA0DBE2322D3}" presName="ChildAccent" presStyleLbl="solidFgAcc1" presStyleIdx="2" presStyleCnt="10"/>
      <dgm:spPr/>
    </dgm:pt>
    <dgm:pt modelId="{B21CC7B8-50E6-4E6C-8B7C-ABB2500207F7}" type="pres">
      <dgm:prSet presAssocID="{21BDC21F-1171-4F70-9FA3-FA0DBE2322D3}" presName="Child" presStyleLbl="revTx" presStyleIdx="3" presStyleCnt="12">
        <dgm:presLayoutVars>
          <dgm:chMax val="0"/>
          <dgm:chPref val="0"/>
          <dgm:bulletEnabled val="1"/>
        </dgm:presLayoutVars>
      </dgm:prSet>
      <dgm:spPr/>
    </dgm:pt>
    <dgm:pt modelId="{16EA340D-4D9C-4642-9511-9A9400130BFE}" type="pres">
      <dgm:prSet presAssocID="{50A3E628-F30C-476E-9000-BD3E811F1836}" presName="childComposite" presStyleCnt="0">
        <dgm:presLayoutVars>
          <dgm:chMax val="0"/>
          <dgm:chPref val="0"/>
        </dgm:presLayoutVars>
      </dgm:prSet>
      <dgm:spPr/>
    </dgm:pt>
    <dgm:pt modelId="{D5E73D80-194A-4312-BCE3-E60F5E7C8739}" type="pres">
      <dgm:prSet presAssocID="{50A3E628-F30C-476E-9000-BD3E811F1836}" presName="ChildAccent" presStyleLbl="solidFgAcc1" presStyleIdx="3" presStyleCnt="10"/>
      <dgm:spPr/>
    </dgm:pt>
    <dgm:pt modelId="{E0878EF8-2241-4238-B5D6-87BEAD09F287}" type="pres">
      <dgm:prSet presAssocID="{50A3E628-F30C-476E-9000-BD3E811F1836}" presName="Child" presStyleLbl="revTx" presStyleIdx="4" presStyleCnt="12">
        <dgm:presLayoutVars>
          <dgm:chMax val="0"/>
          <dgm:chPref val="0"/>
          <dgm:bulletEnabled val="1"/>
        </dgm:presLayoutVars>
      </dgm:prSet>
      <dgm:spPr/>
    </dgm:pt>
    <dgm:pt modelId="{E86EB9B3-081B-4138-A02C-75DC5EE1B019}" type="pres">
      <dgm:prSet presAssocID="{B7625A37-FA84-4E88-BAA1-D9B7FA1A26ED}" presName="childComposite" presStyleCnt="0">
        <dgm:presLayoutVars>
          <dgm:chMax val="0"/>
          <dgm:chPref val="0"/>
        </dgm:presLayoutVars>
      </dgm:prSet>
      <dgm:spPr/>
    </dgm:pt>
    <dgm:pt modelId="{22961F21-5A3B-458C-8EAE-1FA9C419E90F}" type="pres">
      <dgm:prSet presAssocID="{B7625A37-FA84-4E88-BAA1-D9B7FA1A26ED}" presName="ChildAccent" presStyleLbl="solidFgAcc1" presStyleIdx="4" presStyleCnt="10"/>
      <dgm:spPr/>
    </dgm:pt>
    <dgm:pt modelId="{FE6AC1B0-C471-4D9C-B78D-ABE79BB4942E}" type="pres">
      <dgm:prSet presAssocID="{B7625A37-FA84-4E88-BAA1-D9B7FA1A26ED}" presName="Child" presStyleLbl="revTx" presStyleIdx="5" presStyleCnt="12">
        <dgm:presLayoutVars>
          <dgm:chMax val="0"/>
          <dgm:chPref val="0"/>
          <dgm:bulletEnabled val="1"/>
        </dgm:presLayoutVars>
      </dgm:prSet>
      <dgm:spPr/>
    </dgm:pt>
    <dgm:pt modelId="{8497168B-E437-4DBC-8191-772697579218}" type="pres">
      <dgm:prSet presAssocID="{EEBE9147-AD19-4A5C-ACEC-18EEB999373C}" presName="root" presStyleCnt="0">
        <dgm:presLayoutVars>
          <dgm:chMax/>
          <dgm:chPref/>
        </dgm:presLayoutVars>
      </dgm:prSet>
      <dgm:spPr/>
    </dgm:pt>
    <dgm:pt modelId="{67671CD9-CF9B-48F4-958A-BA65FEF08D2E}" type="pres">
      <dgm:prSet presAssocID="{EEBE9147-AD19-4A5C-ACEC-18EEB999373C}" presName="rootComposite" presStyleCnt="0">
        <dgm:presLayoutVars/>
      </dgm:prSet>
      <dgm:spPr/>
    </dgm:pt>
    <dgm:pt modelId="{6C8142A1-6F97-4A60-8610-95A2AAD787CF}" type="pres">
      <dgm:prSet presAssocID="{EEBE9147-AD19-4A5C-ACEC-18EEB999373C}" presName="ParentAccent" presStyleLbl="alignNode1" presStyleIdx="1" presStyleCnt="2"/>
      <dgm:spPr/>
    </dgm:pt>
    <dgm:pt modelId="{635F8199-515D-4A8F-B23A-A5F6AC86932F}" type="pres">
      <dgm:prSet presAssocID="{EEBE9147-AD19-4A5C-ACEC-18EEB999373C}" presName="ParentSmallAccent" presStyleLbl="fgAcc1" presStyleIdx="1" presStyleCnt="2"/>
      <dgm:spPr/>
    </dgm:pt>
    <dgm:pt modelId="{B64626EB-3A31-4D7D-BFA8-F90438B85563}" type="pres">
      <dgm:prSet presAssocID="{EEBE9147-AD19-4A5C-ACEC-18EEB999373C}" presName="Parent" presStyleLbl="revTx" presStyleIdx="6" presStyleCnt="12">
        <dgm:presLayoutVars>
          <dgm:chMax/>
          <dgm:chPref val="4"/>
          <dgm:bulletEnabled val="1"/>
        </dgm:presLayoutVars>
      </dgm:prSet>
      <dgm:spPr/>
    </dgm:pt>
    <dgm:pt modelId="{538162AC-1BF5-4C32-AC50-3E7040202083}" type="pres">
      <dgm:prSet presAssocID="{EEBE9147-AD19-4A5C-ACEC-18EEB999373C}" presName="childShape" presStyleCnt="0">
        <dgm:presLayoutVars>
          <dgm:chMax val="0"/>
          <dgm:chPref val="0"/>
        </dgm:presLayoutVars>
      </dgm:prSet>
      <dgm:spPr/>
    </dgm:pt>
    <dgm:pt modelId="{E4591CFE-8179-4D6E-B186-1245C96FE965}" type="pres">
      <dgm:prSet presAssocID="{53C6A8B2-56AF-4774-ADD3-166A40E28532}" presName="childComposite" presStyleCnt="0">
        <dgm:presLayoutVars>
          <dgm:chMax val="0"/>
          <dgm:chPref val="0"/>
        </dgm:presLayoutVars>
      </dgm:prSet>
      <dgm:spPr/>
    </dgm:pt>
    <dgm:pt modelId="{D51869F4-270B-4AAD-935B-0FF6C9494346}" type="pres">
      <dgm:prSet presAssocID="{53C6A8B2-56AF-4774-ADD3-166A40E28532}" presName="ChildAccent" presStyleLbl="solidFgAcc1" presStyleIdx="5" presStyleCnt="10"/>
      <dgm:spPr/>
    </dgm:pt>
    <dgm:pt modelId="{64E2E638-1799-4519-97A2-2AA6C1F60637}" type="pres">
      <dgm:prSet presAssocID="{53C6A8B2-56AF-4774-ADD3-166A40E28532}" presName="Child" presStyleLbl="revTx" presStyleIdx="7" presStyleCnt="12">
        <dgm:presLayoutVars>
          <dgm:chMax val="0"/>
          <dgm:chPref val="0"/>
          <dgm:bulletEnabled val="1"/>
        </dgm:presLayoutVars>
      </dgm:prSet>
      <dgm:spPr/>
    </dgm:pt>
    <dgm:pt modelId="{3A3D3C5D-C805-428D-845F-2836B4CEA2E5}" type="pres">
      <dgm:prSet presAssocID="{ACF21ED2-5E22-4756-9E70-371B6DFAFBFF}" presName="childComposite" presStyleCnt="0">
        <dgm:presLayoutVars>
          <dgm:chMax val="0"/>
          <dgm:chPref val="0"/>
        </dgm:presLayoutVars>
      </dgm:prSet>
      <dgm:spPr/>
    </dgm:pt>
    <dgm:pt modelId="{58B77F97-F7C0-457F-ACD2-7ED018A04755}" type="pres">
      <dgm:prSet presAssocID="{ACF21ED2-5E22-4756-9E70-371B6DFAFBFF}" presName="ChildAccent" presStyleLbl="solidFgAcc1" presStyleIdx="6" presStyleCnt="10"/>
      <dgm:spPr/>
    </dgm:pt>
    <dgm:pt modelId="{0BA43FB8-AA65-46EC-862A-13E4E2FC3B4A}" type="pres">
      <dgm:prSet presAssocID="{ACF21ED2-5E22-4756-9E70-371B6DFAFBFF}" presName="Child" presStyleLbl="revTx" presStyleIdx="8" presStyleCnt="12">
        <dgm:presLayoutVars>
          <dgm:chMax val="0"/>
          <dgm:chPref val="0"/>
          <dgm:bulletEnabled val="1"/>
        </dgm:presLayoutVars>
      </dgm:prSet>
      <dgm:spPr/>
    </dgm:pt>
    <dgm:pt modelId="{0A69540A-DD2A-44E7-B185-E13AF7509230}" type="pres">
      <dgm:prSet presAssocID="{B2948025-0CCA-447A-A9D3-ED7EAB3199A5}" presName="childComposite" presStyleCnt="0">
        <dgm:presLayoutVars>
          <dgm:chMax val="0"/>
          <dgm:chPref val="0"/>
        </dgm:presLayoutVars>
      </dgm:prSet>
      <dgm:spPr/>
    </dgm:pt>
    <dgm:pt modelId="{C95F917E-6343-4597-9A94-B4C42C7B509D}" type="pres">
      <dgm:prSet presAssocID="{B2948025-0CCA-447A-A9D3-ED7EAB3199A5}" presName="ChildAccent" presStyleLbl="solidFgAcc1" presStyleIdx="7" presStyleCnt="10"/>
      <dgm:spPr/>
    </dgm:pt>
    <dgm:pt modelId="{D045B91D-F7B1-4096-AD6A-4B012667B700}" type="pres">
      <dgm:prSet presAssocID="{B2948025-0CCA-447A-A9D3-ED7EAB3199A5}" presName="Child" presStyleLbl="revTx" presStyleIdx="9" presStyleCnt="12">
        <dgm:presLayoutVars>
          <dgm:chMax val="0"/>
          <dgm:chPref val="0"/>
          <dgm:bulletEnabled val="1"/>
        </dgm:presLayoutVars>
      </dgm:prSet>
      <dgm:spPr/>
    </dgm:pt>
    <dgm:pt modelId="{49AAD325-01F8-4C4A-9CDC-B64FEECAA8C3}" type="pres">
      <dgm:prSet presAssocID="{E606B64C-565B-479B-BA48-741991220CB5}" presName="childComposite" presStyleCnt="0">
        <dgm:presLayoutVars>
          <dgm:chMax val="0"/>
          <dgm:chPref val="0"/>
        </dgm:presLayoutVars>
      </dgm:prSet>
      <dgm:spPr/>
    </dgm:pt>
    <dgm:pt modelId="{54B7F259-5C1D-4928-B760-6F5D00786014}" type="pres">
      <dgm:prSet presAssocID="{E606B64C-565B-479B-BA48-741991220CB5}" presName="ChildAccent" presStyleLbl="solidFgAcc1" presStyleIdx="8" presStyleCnt="10"/>
      <dgm:spPr/>
    </dgm:pt>
    <dgm:pt modelId="{B28B9A41-3126-4168-B04D-1D280E78119C}" type="pres">
      <dgm:prSet presAssocID="{E606B64C-565B-479B-BA48-741991220CB5}" presName="Child" presStyleLbl="revTx" presStyleIdx="10" presStyleCnt="12">
        <dgm:presLayoutVars>
          <dgm:chMax val="0"/>
          <dgm:chPref val="0"/>
          <dgm:bulletEnabled val="1"/>
        </dgm:presLayoutVars>
      </dgm:prSet>
      <dgm:spPr/>
    </dgm:pt>
    <dgm:pt modelId="{42568DDE-7DCD-4226-AC12-7995C2EEEE3D}" type="pres">
      <dgm:prSet presAssocID="{1B9664EE-C02C-43C5-A354-8E3ABA07F644}" presName="childComposite" presStyleCnt="0">
        <dgm:presLayoutVars>
          <dgm:chMax val="0"/>
          <dgm:chPref val="0"/>
        </dgm:presLayoutVars>
      </dgm:prSet>
      <dgm:spPr/>
    </dgm:pt>
    <dgm:pt modelId="{CEE06B43-A8A2-41E9-8ED3-830E6ADAD9FC}" type="pres">
      <dgm:prSet presAssocID="{1B9664EE-C02C-43C5-A354-8E3ABA07F644}" presName="ChildAccent" presStyleLbl="solidFgAcc1" presStyleIdx="9" presStyleCnt="10"/>
      <dgm:spPr/>
    </dgm:pt>
    <dgm:pt modelId="{DCE6A598-5DBD-44D2-904D-AD81C48451A3}" type="pres">
      <dgm:prSet presAssocID="{1B9664EE-C02C-43C5-A354-8E3ABA07F644}" presName="Child" presStyleLbl="revTx" presStyleIdx="11" presStyleCnt="12">
        <dgm:presLayoutVars>
          <dgm:chMax val="0"/>
          <dgm:chPref val="0"/>
          <dgm:bulletEnabled val="1"/>
        </dgm:presLayoutVars>
      </dgm:prSet>
      <dgm:spPr/>
    </dgm:pt>
  </dgm:ptLst>
  <dgm:cxnLst>
    <dgm:cxn modelId="{7CCB1926-7290-4A24-ADF8-90CBA75C0603}" type="presOf" srcId="{E606B64C-565B-479B-BA48-741991220CB5}" destId="{B28B9A41-3126-4168-B04D-1D280E78119C}" srcOrd="0" destOrd="0" presId="urn:microsoft.com/office/officeart/2008/layout/SquareAccentList"/>
    <dgm:cxn modelId="{F6261A2D-4718-478A-A526-1D974ABBE54C}" srcId="{976D7A04-4F7F-4141-907F-EAE823E92F1F}" destId="{50A3E628-F30C-476E-9000-BD3E811F1836}" srcOrd="3" destOrd="0" parTransId="{527A0C0B-B760-4D8C-A7EA-412A88134967}" sibTransId="{929FA59B-9F03-4D00-A8D1-9F4F3CD24347}"/>
    <dgm:cxn modelId="{1ACCFA30-E26C-42D7-99E6-6FE5D31A25F7}" type="presOf" srcId="{50A3E628-F30C-476E-9000-BD3E811F1836}" destId="{E0878EF8-2241-4238-B5D6-87BEAD09F287}" srcOrd="0" destOrd="0" presId="urn:microsoft.com/office/officeart/2008/layout/SquareAccentList"/>
    <dgm:cxn modelId="{7CC99D36-0C27-480F-8588-0AFC51B0F762}" type="presOf" srcId="{976D7A04-4F7F-4141-907F-EAE823E92F1F}" destId="{173D7B5D-D803-4CB3-A400-80734F7166C3}" srcOrd="0" destOrd="0" presId="urn:microsoft.com/office/officeart/2008/layout/SquareAccentList"/>
    <dgm:cxn modelId="{B2FBA336-5991-4A6B-9F39-34E8A0541CC0}" type="presOf" srcId="{5FAB742B-8064-4A8D-91FF-B5C2267204F7}" destId="{D48B91B9-5931-416B-BF53-71542FE539ED}" srcOrd="0" destOrd="0" presId="urn:microsoft.com/office/officeart/2008/layout/SquareAccentList"/>
    <dgm:cxn modelId="{DB933965-A7A6-4A6A-8C69-F1222426A8E8}" type="presOf" srcId="{53C6A8B2-56AF-4774-ADD3-166A40E28532}" destId="{64E2E638-1799-4519-97A2-2AA6C1F60637}" srcOrd="0" destOrd="0" presId="urn:microsoft.com/office/officeart/2008/layout/SquareAccentList"/>
    <dgm:cxn modelId="{29C54866-D721-47D9-B984-5846A2EF965A}" type="presOf" srcId="{1B9664EE-C02C-43C5-A354-8E3ABA07F644}" destId="{DCE6A598-5DBD-44D2-904D-AD81C48451A3}" srcOrd="0" destOrd="0" presId="urn:microsoft.com/office/officeart/2008/layout/SquareAccentList"/>
    <dgm:cxn modelId="{CF968A66-563E-416D-BEC2-56BEAAFE00DD}" type="presOf" srcId="{B7625A37-FA84-4E88-BAA1-D9B7FA1A26ED}" destId="{FE6AC1B0-C471-4D9C-B78D-ABE79BB4942E}" srcOrd="0" destOrd="0" presId="urn:microsoft.com/office/officeart/2008/layout/SquareAccentList"/>
    <dgm:cxn modelId="{A4F4E769-6F80-457C-AA28-66B8871D61F1}" type="presOf" srcId="{B2948025-0CCA-447A-A9D3-ED7EAB3199A5}" destId="{D045B91D-F7B1-4096-AD6A-4B012667B700}" srcOrd="0" destOrd="0" presId="urn:microsoft.com/office/officeart/2008/layout/SquareAccentList"/>
    <dgm:cxn modelId="{1DAE464A-86C8-4335-95B1-FE73AAB79607}" srcId="{9D1A1C36-00F9-4172-B9EA-A152DBAACB69}" destId="{976D7A04-4F7F-4141-907F-EAE823E92F1F}" srcOrd="0" destOrd="0" parTransId="{FA2FBDB0-6A13-4541-BBCD-3BD6E1EE6AAC}" sibTransId="{FDE8A5A8-0DF6-4236-9C24-093C58A9946F}"/>
    <dgm:cxn modelId="{0291FE6A-6B24-4872-8761-B8EDF8FABF85}" srcId="{976D7A04-4F7F-4141-907F-EAE823E92F1F}" destId="{21BDC21F-1171-4F70-9FA3-FA0DBE2322D3}" srcOrd="2" destOrd="0" parTransId="{C45401D9-CA0D-4429-80B6-179CB0B779D3}" sibTransId="{B73CEE1F-8386-4C7B-A922-A5C587E5FF2F}"/>
    <dgm:cxn modelId="{B4FB1955-0075-41CA-B66C-6A2C47071B75}" srcId="{EEBE9147-AD19-4A5C-ACEC-18EEB999373C}" destId="{ACF21ED2-5E22-4756-9E70-371B6DFAFBFF}" srcOrd="1" destOrd="0" parTransId="{D2335734-D5C8-4F25-949C-0334331D1B30}" sibTransId="{D16E3E93-9C00-4C17-9483-C0A46AD562B6}"/>
    <dgm:cxn modelId="{864E317A-A9AC-48F1-B792-5B0460F21065}" srcId="{9D1A1C36-00F9-4172-B9EA-A152DBAACB69}" destId="{EEBE9147-AD19-4A5C-ACEC-18EEB999373C}" srcOrd="1" destOrd="0" parTransId="{DA3BC074-9728-45DC-BE91-F6A5BCA2EAA3}" sibTransId="{8E348067-6501-4A26-AC34-DEAC93CD1086}"/>
    <dgm:cxn modelId="{E97AF18A-838E-4481-9373-1C7FD6CF538B}" type="presOf" srcId="{ACF21ED2-5E22-4756-9E70-371B6DFAFBFF}" destId="{0BA43FB8-AA65-46EC-862A-13E4E2FC3B4A}" srcOrd="0" destOrd="0" presId="urn:microsoft.com/office/officeart/2008/layout/SquareAccentList"/>
    <dgm:cxn modelId="{97E0FC8E-B54C-4F98-AA42-EC2727D59512}" type="presOf" srcId="{D4850567-E507-4ADF-B817-2E80588148B3}" destId="{875C2EEA-E3EB-4F02-A9DF-DF6D243C0852}" srcOrd="0" destOrd="0" presId="urn:microsoft.com/office/officeart/2008/layout/SquareAccentList"/>
    <dgm:cxn modelId="{2E9B7D97-5234-4756-89A9-56149F78BCF3}" srcId="{976D7A04-4F7F-4141-907F-EAE823E92F1F}" destId="{D4850567-E507-4ADF-B817-2E80588148B3}" srcOrd="0" destOrd="0" parTransId="{F3CB51C1-1856-4B93-A9D7-941A12E9EC4C}" sibTransId="{89405761-58B3-483E-8A7A-A48523562578}"/>
    <dgm:cxn modelId="{B0EAA39A-384A-41A5-9E8D-8416A2F8F477}" type="presOf" srcId="{EEBE9147-AD19-4A5C-ACEC-18EEB999373C}" destId="{B64626EB-3A31-4D7D-BFA8-F90438B85563}" srcOrd="0" destOrd="0" presId="urn:microsoft.com/office/officeart/2008/layout/SquareAccentList"/>
    <dgm:cxn modelId="{8C249AA1-8E8C-4814-85DF-ADD621B6012F}" srcId="{EEBE9147-AD19-4A5C-ACEC-18EEB999373C}" destId="{E606B64C-565B-479B-BA48-741991220CB5}" srcOrd="3" destOrd="0" parTransId="{494909D6-C46F-4A14-ADCE-D2A55CD54F2D}" sibTransId="{483C6449-29C1-430C-B25C-83973A9D7D19}"/>
    <dgm:cxn modelId="{12B69BB6-5CA1-47EB-9391-7C968AE0FBB2}" srcId="{EEBE9147-AD19-4A5C-ACEC-18EEB999373C}" destId="{1B9664EE-C02C-43C5-A354-8E3ABA07F644}" srcOrd="4" destOrd="0" parTransId="{B2B7CFCD-70BE-4A41-9CEE-EA3A87304C83}" sibTransId="{BE790A5B-CEA2-4894-A201-EBFD7119D878}"/>
    <dgm:cxn modelId="{F5D197B7-E828-4C78-8EA6-E4B0348EB53A}" srcId="{EEBE9147-AD19-4A5C-ACEC-18EEB999373C}" destId="{53C6A8B2-56AF-4774-ADD3-166A40E28532}" srcOrd="0" destOrd="0" parTransId="{50C7E020-20E4-422D-8200-34AC3F119173}" sibTransId="{F1726E8B-A0FB-4D82-A82C-B4A2F11F0318}"/>
    <dgm:cxn modelId="{484271C6-E148-4061-A595-83766C072862}" srcId="{976D7A04-4F7F-4141-907F-EAE823E92F1F}" destId="{B7625A37-FA84-4E88-BAA1-D9B7FA1A26ED}" srcOrd="4" destOrd="0" parTransId="{BB075DFB-A216-43E2-883C-B6AF29A5FA69}" sibTransId="{70815A25-D629-4A4B-A01F-F19CCE4D8DFB}"/>
    <dgm:cxn modelId="{DBB15EC8-87FF-4AF8-9141-25BFC73EE5DE}" type="presOf" srcId="{9D1A1C36-00F9-4172-B9EA-A152DBAACB69}" destId="{A88A7CAF-A11A-47B1-BCCE-9E8F9C065725}" srcOrd="0" destOrd="0" presId="urn:microsoft.com/office/officeart/2008/layout/SquareAccentList"/>
    <dgm:cxn modelId="{0D2D6CC9-B173-462C-87C4-B897AB5A17D4}" type="presOf" srcId="{21BDC21F-1171-4F70-9FA3-FA0DBE2322D3}" destId="{B21CC7B8-50E6-4E6C-8B7C-ABB2500207F7}" srcOrd="0" destOrd="0" presId="urn:microsoft.com/office/officeart/2008/layout/SquareAccentList"/>
    <dgm:cxn modelId="{E0C422D1-BEEC-49CB-BB80-9D311174F731}" srcId="{EEBE9147-AD19-4A5C-ACEC-18EEB999373C}" destId="{B2948025-0CCA-447A-A9D3-ED7EAB3199A5}" srcOrd="2" destOrd="0" parTransId="{96F1521A-4A27-4910-B93E-E309BFED98AF}" sibTransId="{D6BE232E-47E6-4A3B-9259-ABD7224C6CE3}"/>
    <dgm:cxn modelId="{0D0BF7E3-F9C2-411E-B541-F417B08CF9E5}" srcId="{976D7A04-4F7F-4141-907F-EAE823E92F1F}" destId="{5FAB742B-8064-4A8D-91FF-B5C2267204F7}" srcOrd="1" destOrd="0" parTransId="{06A8796C-9744-40C0-806C-A859A977B424}" sibTransId="{D766F411-291B-41DA-9CC7-46631E8AE596}"/>
    <dgm:cxn modelId="{C5FAC91E-C4D4-4A11-8F43-8BCA7759C3C8}" type="presParOf" srcId="{A88A7CAF-A11A-47B1-BCCE-9E8F9C065725}" destId="{640A10C4-636E-44C2-B89A-DC99E29D31B1}" srcOrd="0" destOrd="0" presId="urn:microsoft.com/office/officeart/2008/layout/SquareAccentList"/>
    <dgm:cxn modelId="{8C64A2E5-E591-4B13-ACE3-510B93BB7168}" type="presParOf" srcId="{640A10C4-636E-44C2-B89A-DC99E29D31B1}" destId="{7BD789EF-276B-420C-830F-96EEB6996780}" srcOrd="0" destOrd="0" presId="urn:microsoft.com/office/officeart/2008/layout/SquareAccentList"/>
    <dgm:cxn modelId="{DB42B79F-F940-4ECC-8F8C-DEE973BF32F7}" type="presParOf" srcId="{7BD789EF-276B-420C-830F-96EEB6996780}" destId="{FF532416-7F6A-4855-809A-6D42F9413878}" srcOrd="0" destOrd="0" presId="urn:microsoft.com/office/officeart/2008/layout/SquareAccentList"/>
    <dgm:cxn modelId="{1093D46A-8D14-45A3-95A4-5329DD226C51}" type="presParOf" srcId="{7BD789EF-276B-420C-830F-96EEB6996780}" destId="{E7B7D45E-7C39-4812-9996-C27B5C6EA5D5}" srcOrd="1" destOrd="0" presId="urn:microsoft.com/office/officeart/2008/layout/SquareAccentList"/>
    <dgm:cxn modelId="{81885592-4850-4C41-9AEA-3391B1C3AE48}" type="presParOf" srcId="{7BD789EF-276B-420C-830F-96EEB6996780}" destId="{173D7B5D-D803-4CB3-A400-80734F7166C3}" srcOrd="2" destOrd="0" presId="urn:microsoft.com/office/officeart/2008/layout/SquareAccentList"/>
    <dgm:cxn modelId="{3C85D4CE-16BB-4E6F-AB6E-21392407E74D}" type="presParOf" srcId="{640A10C4-636E-44C2-B89A-DC99E29D31B1}" destId="{27B63A8A-D3C2-4184-84CC-12EAE04CBA5D}" srcOrd="1" destOrd="0" presId="urn:microsoft.com/office/officeart/2008/layout/SquareAccentList"/>
    <dgm:cxn modelId="{6B089A7A-2D7A-438A-BFA4-9E58ACE63447}" type="presParOf" srcId="{27B63A8A-D3C2-4184-84CC-12EAE04CBA5D}" destId="{8B1F9236-4909-4421-8DCC-6CB51EF93A95}" srcOrd="0" destOrd="0" presId="urn:microsoft.com/office/officeart/2008/layout/SquareAccentList"/>
    <dgm:cxn modelId="{6D6F77A8-FD44-4F74-9AC9-401E1E041507}" type="presParOf" srcId="{8B1F9236-4909-4421-8DCC-6CB51EF93A95}" destId="{AEF33CA3-34DF-45F4-A780-E9F06C8B9518}" srcOrd="0" destOrd="0" presId="urn:microsoft.com/office/officeart/2008/layout/SquareAccentList"/>
    <dgm:cxn modelId="{8C7CFF36-24DE-4C4D-8089-9D9945FB412B}" type="presParOf" srcId="{8B1F9236-4909-4421-8DCC-6CB51EF93A95}" destId="{875C2EEA-E3EB-4F02-A9DF-DF6D243C0852}" srcOrd="1" destOrd="0" presId="urn:microsoft.com/office/officeart/2008/layout/SquareAccentList"/>
    <dgm:cxn modelId="{42ADD562-9A45-41F3-A590-DB48B87986D9}" type="presParOf" srcId="{27B63A8A-D3C2-4184-84CC-12EAE04CBA5D}" destId="{480600FE-1EB7-4EE9-992E-5D1BBE3D9AB7}" srcOrd="1" destOrd="0" presId="urn:microsoft.com/office/officeart/2008/layout/SquareAccentList"/>
    <dgm:cxn modelId="{96FBBEAC-CFCB-4693-8585-1BD0768BEA7E}" type="presParOf" srcId="{480600FE-1EB7-4EE9-992E-5D1BBE3D9AB7}" destId="{FA1D356F-B0B1-4568-81FA-A2AFA05C0340}" srcOrd="0" destOrd="0" presId="urn:microsoft.com/office/officeart/2008/layout/SquareAccentList"/>
    <dgm:cxn modelId="{A2A0DAD3-B586-49BF-9838-52A4C2B530D4}" type="presParOf" srcId="{480600FE-1EB7-4EE9-992E-5D1BBE3D9AB7}" destId="{D48B91B9-5931-416B-BF53-71542FE539ED}" srcOrd="1" destOrd="0" presId="urn:microsoft.com/office/officeart/2008/layout/SquareAccentList"/>
    <dgm:cxn modelId="{05B740E0-F5FD-4CA8-83D3-FCF13BDA186B}" type="presParOf" srcId="{27B63A8A-D3C2-4184-84CC-12EAE04CBA5D}" destId="{0A435562-41F0-470B-83F0-4739043D8D02}" srcOrd="2" destOrd="0" presId="urn:microsoft.com/office/officeart/2008/layout/SquareAccentList"/>
    <dgm:cxn modelId="{58133686-9B38-444C-9187-D7269478D0DD}" type="presParOf" srcId="{0A435562-41F0-470B-83F0-4739043D8D02}" destId="{795D7B69-8192-404F-B887-A7C4B9C6EFF9}" srcOrd="0" destOrd="0" presId="urn:microsoft.com/office/officeart/2008/layout/SquareAccentList"/>
    <dgm:cxn modelId="{D7099092-16A3-4F64-8030-BB46B707F533}" type="presParOf" srcId="{0A435562-41F0-470B-83F0-4739043D8D02}" destId="{B21CC7B8-50E6-4E6C-8B7C-ABB2500207F7}" srcOrd="1" destOrd="0" presId="urn:microsoft.com/office/officeart/2008/layout/SquareAccentList"/>
    <dgm:cxn modelId="{D5BC2D5D-A8E3-4448-B094-33DF5642270B}" type="presParOf" srcId="{27B63A8A-D3C2-4184-84CC-12EAE04CBA5D}" destId="{16EA340D-4D9C-4642-9511-9A9400130BFE}" srcOrd="3" destOrd="0" presId="urn:microsoft.com/office/officeart/2008/layout/SquareAccentList"/>
    <dgm:cxn modelId="{E00C5070-FEEB-4311-8264-B865C4BB72F8}" type="presParOf" srcId="{16EA340D-4D9C-4642-9511-9A9400130BFE}" destId="{D5E73D80-194A-4312-BCE3-E60F5E7C8739}" srcOrd="0" destOrd="0" presId="urn:microsoft.com/office/officeart/2008/layout/SquareAccentList"/>
    <dgm:cxn modelId="{0F91186C-C780-4F81-B0EE-FDB08D5BD31F}" type="presParOf" srcId="{16EA340D-4D9C-4642-9511-9A9400130BFE}" destId="{E0878EF8-2241-4238-B5D6-87BEAD09F287}" srcOrd="1" destOrd="0" presId="urn:microsoft.com/office/officeart/2008/layout/SquareAccentList"/>
    <dgm:cxn modelId="{2B13DBEE-478B-497F-92FC-3116257ACD82}" type="presParOf" srcId="{27B63A8A-D3C2-4184-84CC-12EAE04CBA5D}" destId="{E86EB9B3-081B-4138-A02C-75DC5EE1B019}" srcOrd="4" destOrd="0" presId="urn:microsoft.com/office/officeart/2008/layout/SquareAccentList"/>
    <dgm:cxn modelId="{C4664FF4-5AFB-4C84-BD3E-F0FB143865B7}" type="presParOf" srcId="{E86EB9B3-081B-4138-A02C-75DC5EE1B019}" destId="{22961F21-5A3B-458C-8EAE-1FA9C419E90F}" srcOrd="0" destOrd="0" presId="urn:microsoft.com/office/officeart/2008/layout/SquareAccentList"/>
    <dgm:cxn modelId="{AFFDF4A0-BD9F-48BD-8AAA-4166AE89005F}" type="presParOf" srcId="{E86EB9B3-081B-4138-A02C-75DC5EE1B019}" destId="{FE6AC1B0-C471-4D9C-B78D-ABE79BB4942E}" srcOrd="1" destOrd="0" presId="urn:microsoft.com/office/officeart/2008/layout/SquareAccentList"/>
    <dgm:cxn modelId="{E51F82F1-0741-42B4-8B77-FC5EB2066F7B}" type="presParOf" srcId="{A88A7CAF-A11A-47B1-BCCE-9E8F9C065725}" destId="{8497168B-E437-4DBC-8191-772697579218}" srcOrd="1" destOrd="0" presId="urn:microsoft.com/office/officeart/2008/layout/SquareAccentList"/>
    <dgm:cxn modelId="{7C6E44FC-C23B-4370-BE91-99890AAE8AC6}" type="presParOf" srcId="{8497168B-E437-4DBC-8191-772697579218}" destId="{67671CD9-CF9B-48F4-958A-BA65FEF08D2E}" srcOrd="0" destOrd="0" presId="urn:microsoft.com/office/officeart/2008/layout/SquareAccentList"/>
    <dgm:cxn modelId="{136CC428-587E-49BF-A7D0-CF72350B9DA4}" type="presParOf" srcId="{67671CD9-CF9B-48F4-958A-BA65FEF08D2E}" destId="{6C8142A1-6F97-4A60-8610-95A2AAD787CF}" srcOrd="0" destOrd="0" presId="urn:microsoft.com/office/officeart/2008/layout/SquareAccentList"/>
    <dgm:cxn modelId="{F4E48408-DC73-4B9F-9B4B-713DEF99EC96}" type="presParOf" srcId="{67671CD9-CF9B-48F4-958A-BA65FEF08D2E}" destId="{635F8199-515D-4A8F-B23A-A5F6AC86932F}" srcOrd="1" destOrd="0" presId="urn:microsoft.com/office/officeart/2008/layout/SquareAccentList"/>
    <dgm:cxn modelId="{33B69D7B-F94E-40FA-B37F-E30CFD3EE73D}" type="presParOf" srcId="{67671CD9-CF9B-48F4-958A-BA65FEF08D2E}" destId="{B64626EB-3A31-4D7D-BFA8-F90438B85563}" srcOrd="2" destOrd="0" presId="urn:microsoft.com/office/officeart/2008/layout/SquareAccentList"/>
    <dgm:cxn modelId="{A34889E9-6AAA-4A3B-B2D3-3EECE4AF08BA}" type="presParOf" srcId="{8497168B-E437-4DBC-8191-772697579218}" destId="{538162AC-1BF5-4C32-AC50-3E7040202083}" srcOrd="1" destOrd="0" presId="urn:microsoft.com/office/officeart/2008/layout/SquareAccentList"/>
    <dgm:cxn modelId="{E2EDDCA5-9409-4C74-94F4-1C01F4048EDD}" type="presParOf" srcId="{538162AC-1BF5-4C32-AC50-3E7040202083}" destId="{E4591CFE-8179-4D6E-B186-1245C96FE965}" srcOrd="0" destOrd="0" presId="urn:microsoft.com/office/officeart/2008/layout/SquareAccentList"/>
    <dgm:cxn modelId="{2AA6904D-8F61-4698-811A-DE062229A9C9}" type="presParOf" srcId="{E4591CFE-8179-4D6E-B186-1245C96FE965}" destId="{D51869F4-270B-4AAD-935B-0FF6C9494346}" srcOrd="0" destOrd="0" presId="urn:microsoft.com/office/officeart/2008/layout/SquareAccentList"/>
    <dgm:cxn modelId="{305A6EFF-8F44-48E4-8240-2E7C125E137A}" type="presParOf" srcId="{E4591CFE-8179-4D6E-B186-1245C96FE965}" destId="{64E2E638-1799-4519-97A2-2AA6C1F60637}" srcOrd="1" destOrd="0" presId="urn:microsoft.com/office/officeart/2008/layout/SquareAccentList"/>
    <dgm:cxn modelId="{89972755-A99F-40A8-8EC7-C143F43F6E62}" type="presParOf" srcId="{538162AC-1BF5-4C32-AC50-3E7040202083}" destId="{3A3D3C5D-C805-428D-845F-2836B4CEA2E5}" srcOrd="1" destOrd="0" presId="urn:microsoft.com/office/officeart/2008/layout/SquareAccentList"/>
    <dgm:cxn modelId="{15EC7C6F-CB88-4829-9D53-AD6CCB86C2BF}" type="presParOf" srcId="{3A3D3C5D-C805-428D-845F-2836B4CEA2E5}" destId="{58B77F97-F7C0-457F-ACD2-7ED018A04755}" srcOrd="0" destOrd="0" presId="urn:microsoft.com/office/officeart/2008/layout/SquareAccentList"/>
    <dgm:cxn modelId="{A9898DFF-D374-4E40-8D4B-7A630C2BD63B}" type="presParOf" srcId="{3A3D3C5D-C805-428D-845F-2836B4CEA2E5}" destId="{0BA43FB8-AA65-46EC-862A-13E4E2FC3B4A}" srcOrd="1" destOrd="0" presId="urn:microsoft.com/office/officeart/2008/layout/SquareAccentList"/>
    <dgm:cxn modelId="{2C3E4E12-CD45-4CA5-8A58-48C8A6320A1E}" type="presParOf" srcId="{538162AC-1BF5-4C32-AC50-3E7040202083}" destId="{0A69540A-DD2A-44E7-B185-E13AF7509230}" srcOrd="2" destOrd="0" presId="urn:microsoft.com/office/officeart/2008/layout/SquareAccentList"/>
    <dgm:cxn modelId="{1AB22AEA-A47F-4CF2-82BA-02C899C2F508}" type="presParOf" srcId="{0A69540A-DD2A-44E7-B185-E13AF7509230}" destId="{C95F917E-6343-4597-9A94-B4C42C7B509D}" srcOrd="0" destOrd="0" presId="urn:microsoft.com/office/officeart/2008/layout/SquareAccentList"/>
    <dgm:cxn modelId="{095B3DCE-F596-4F9C-BD10-80B5BE6F1592}" type="presParOf" srcId="{0A69540A-DD2A-44E7-B185-E13AF7509230}" destId="{D045B91D-F7B1-4096-AD6A-4B012667B700}" srcOrd="1" destOrd="0" presId="urn:microsoft.com/office/officeart/2008/layout/SquareAccentList"/>
    <dgm:cxn modelId="{765C374A-0031-4E55-8F19-93449C240848}" type="presParOf" srcId="{538162AC-1BF5-4C32-AC50-3E7040202083}" destId="{49AAD325-01F8-4C4A-9CDC-B64FEECAA8C3}" srcOrd="3" destOrd="0" presId="urn:microsoft.com/office/officeart/2008/layout/SquareAccentList"/>
    <dgm:cxn modelId="{C3F33D3A-2676-4147-848F-56B11825B85A}" type="presParOf" srcId="{49AAD325-01F8-4C4A-9CDC-B64FEECAA8C3}" destId="{54B7F259-5C1D-4928-B760-6F5D00786014}" srcOrd="0" destOrd="0" presId="urn:microsoft.com/office/officeart/2008/layout/SquareAccentList"/>
    <dgm:cxn modelId="{FE7FF1DF-0B8F-4A90-93C9-69D22F17C1A3}" type="presParOf" srcId="{49AAD325-01F8-4C4A-9CDC-B64FEECAA8C3}" destId="{B28B9A41-3126-4168-B04D-1D280E78119C}" srcOrd="1" destOrd="0" presId="urn:microsoft.com/office/officeart/2008/layout/SquareAccentList"/>
    <dgm:cxn modelId="{70A17A4F-1254-4308-9DF2-8223C757ADCA}" type="presParOf" srcId="{538162AC-1BF5-4C32-AC50-3E7040202083}" destId="{42568DDE-7DCD-4226-AC12-7995C2EEEE3D}" srcOrd="4" destOrd="0" presId="urn:microsoft.com/office/officeart/2008/layout/SquareAccentList"/>
    <dgm:cxn modelId="{7623F8C2-CC7D-48E2-9D87-2E78B017BBCA}" type="presParOf" srcId="{42568DDE-7DCD-4226-AC12-7995C2EEEE3D}" destId="{CEE06B43-A8A2-41E9-8ED3-830E6ADAD9FC}" srcOrd="0" destOrd="0" presId="urn:microsoft.com/office/officeart/2008/layout/SquareAccentList"/>
    <dgm:cxn modelId="{A1EC94CB-392E-49BB-8D16-C730BED812EE}" type="presParOf" srcId="{42568DDE-7DCD-4226-AC12-7995C2EEEE3D}" destId="{DCE6A598-5DBD-44D2-904D-AD81C48451A3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532416-7F6A-4855-809A-6D42F9413878}">
      <dsp:nvSpPr>
        <dsp:cNvPr id="0" name=""/>
        <dsp:cNvSpPr/>
      </dsp:nvSpPr>
      <dsp:spPr>
        <a:xfrm>
          <a:off x="37" y="837943"/>
          <a:ext cx="3964841" cy="4664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7D45E-7C39-4812-9996-C27B5C6EA5D5}">
      <dsp:nvSpPr>
        <dsp:cNvPr id="0" name=""/>
        <dsp:cNvSpPr/>
      </dsp:nvSpPr>
      <dsp:spPr>
        <a:xfrm>
          <a:off x="37" y="1013124"/>
          <a:ext cx="291271" cy="29127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3D7B5D-D803-4CB3-A400-80734F7166C3}">
      <dsp:nvSpPr>
        <dsp:cNvPr id="0" name=""/>
        <dsp:cNvSpPr/>
      </dsp:nvSpPr>
      <dsp:spPr>
        <a:xfrm>
          <a:off x="37" y="0"/>
          <a:ext cx="3964841" cy="83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kern="1200" dirty="0">
              <a:latin typeface="Roboto" panose="02000000000000000000" pitchFamily="2" charset="0"/>
              <a:ea typeface="Roboto" panose="02000000000000000000" pitchFamily="2" charset="0"/>
            </a:rPr>
            <a:t>Discussion</a:t>
          </a:r>
          <a:endParaRPr lang="zh-CN" altLang="en-US" sz="3200" kern="1200" dirty="0">
            <a:latin typeface="Roboto" panose="02000000000000000000" pitchFamily="2" charset="0"/>
          </a:endParaRPr>
        </a:p>
      </dsp:txBody>
      <dsp:txXfrm>
        <a:off x="37" y="0"/>
        <a:ext cx="3964841" cy="837943"/>
      </dsp:txXfrm>
    </dsp:sp>
    <dsp:sp modelId="{AEF33CA3-34DF-45F4-A780-E9F06C8B9518}">
      <dsp:nvSpPr>
        <dsp:cNvPr id="0" name=""/>
        <dsp:cNvSpPr/>
      </dsp:nvSpPr>
      <dsp:spPr>
        <a:xfrm>
          <a:off x="37" y="1692069"/>
          <a:ext cx="291264" cy="2912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5C2EEA-E3EB-4F02-A9DF-DF6D243C0852}">
      <dsp:nvSpPr>
        <dsp:cNvPr id="0" name=""/>
        <dsp:cNvSpPr/>
      </dsp:nvSpPr>
      <dsp:spPr>
        <a:xfrm>
          <a:off x="277576" y="1498232"/>
          <a:ext cx="3687302" cy="67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Roboto" panose="02000000000000000000" pitchFamily="2" charset="0"/>
              <a:ea typeface="Roboto" panose="02000000000000000000" pitchFamily="2" charset="0"/>
            </a:rPr>
            <a:t>belief reinforcement</a:t>
          </a:r>
          <a:endParaRPr lang="zh-CN" altLang="en-US" sz="1600" b="0" kern="1200" dirty="0">
            <a:latin typeface="Roboto" panose="02000000000000000000" pitchFamily="2" charset="0"/>
          </a:endParaRPr>
        </a:p>
      </dsp:txBody>
      <dsp:txXfrm>
        <a:off x="277576" y="1498232"/>
        <a:ext cx="3687302" cy="678938"/>
      </dsp:txXfrm>
    </dsp:sp>
    <dsp:sp modelId="{FA1D356F-B0B1-4568-81FA-A2AFA05C0340}">
      <dsp:nvSpPr>
        <dsp:cNvPr id="0" name=""/>
        <dsp:cNvSpPr/>
      </dsp:nvSpPr>
      <dsp:spPr>
        <a:xfrm>
          <a:off x="37" y="2371007"/>
          <a:ext cx="291264" cy="2912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68305"/>
              <a:satOff val="-25"/>
              <a:lumOff val="6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8B91B9-5931-416B-BF53-71542FE539ED}">
      <dsp:nvSpPr>
        <dsp:cNvPr id="0" name=""/>
        <dsp:cNvSpPr/>
      </dsp:nvSpPr>
      <dsp:spPr>
        <a:xfrm>
          <a:off x="277576" y="2177170"/>
          <a:ext cx="3687302" cy="67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boto" panose="02000000000000000000" pitchFamily="2" charset="0"/>
              <a:ea typeface="Roboto" panose="02000000000000000000" pitchFamily="2" charset="0"/>
            </a:rPr>
            <a:t>power law</a:t>
          </a:r>
          <a:endParaRPr lang="zh-CN" altLang="en-US" sz="1600" kern="1200" dirty="0">
            <a:latin typeface="Roboto" panose="02000000000000000000" pitchFamily="2" charset="0"/>
          </a:endParaRPr>
        </a:p>
      </dsp:txBody>
      <dsp:txXfrm>
        <a:off x="277576" y="2177170"/>
        <a:ext cx="3687302" cy="678938"/>
      </dsp:txXfrm>
    </dsp:sp>
    <dsp:sp modelId="{795D7B69-8192-404F-B887-A7C4B9C6EFF9}">
      <dsp:nvSpPr>
        <dsp:cNvPr id="0" name=""/>
        <dsp:cNvSpPr/>
      </dsp:nvSpPr>
      <dsp:spPr>
        <a:xfrm>
          <a:off x="37" y="3049945"/>
          <a:ext cx="291264" cy="2912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36610"/>
              <a:satOff val="-50"/>
              <a:lumOff val="13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1CC7B8-50E6-4E6C-8B7C-ABB2500207F7}">
      <dsp:nvSpPr>
        <dsp:cNvPr id="0" name=""/>
        <dsp:cNvSpPr/>
      </dsp:nvSpPr>
      <dsp:spPr>
        <a:xfrm>
          <a:off x="277576" y="2856108"/>
          <a:ext cx="3687302" cy="67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boto" panose="02000000000000000000" pitchFamily="2" charset="0"/>
              <a:ea typeface="Roboto" panose="02000000000000000000" pitchFamily="2" charset="0"/>
            </a:rPr>
            <a:t>willingness to wait for social information</a:t>
          </a:r>
          <a:endParaRPr lang="zh-CN" altLang="en-US" sz="1600" kern="1200" dirty="0">
            <a:latin typeface="Roboto" panose="02000000000000000000" pitchFamily="2" charset="0"/>
          </a:endParaRPr>
        </a:p>
      </dsp:txBody>
      <dsp:txXfrm>
        <a:off x="277576" y="2856108"/>
        <a:ext cx="3687302" cy="678938"/>
      </dsp:txXfrm>
    </dsp:sp>
    <dsp:sp modelId="{D5E73D80-194A-4312-BCE3-E60F5E7C8739}">
      <dsp:nvSpPr>
        <dsp:cNvPr id="0" name=""/>
        <dsp:cNvSpPr/>
      </dsp:nvSpPr>
      <dsp:spPr>
        <a:xfrm>
          <a:off x="37" y="3728883"/>
          <a:ext cx="291264" cy="2912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04915"/>
              <a:satOff val="-75"/>
              <a:lumOff val="209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878EF8-2241-4238-B5D6-87BEAD09F287}">
      <dsp:nvSpPr>
        <dsp:cNvPr id="0" name=""/>
        <dsp:cNvSpPr/>
      </dsp:nvSpPr>
      <dsp:spPr>
        <a:xfrm>
          <a:off x="277576" y="3535046"/>
          <a:ext cx="3687302" cy="67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>
              <a:latin typeface="Roboto" panose="02000000000000000000" pitchFamily="2" charset="0"/>
              <a:ea typeface="Roboto" panose="02000000000000000000" pitchFamily="2" charset="0"/>
            </a:rPr>
            <a:t>quality of information cascades</a:t>
          </a:r>
          <a:endParaRPr lang="zh-CN" altLang="en-US" sz="1600" kern="1200" dirty="0">
            <a:latin typeface="Roboto" panose="02000000000000000000" pitchFamily="2" charset="0"/>
          </a:endParaRPr>
        </a:p>
      </dsp:txBody>
      <dsp:txXfrm>
        <a:off x="277576" y="3535046"/>
        <a:ext cx="3687302" cy="678938"/>
      </dsp:txXfrm>
    </dsp:sp>
    <dsp:sp modelId="{22961F21-5A3B-458C-8EAE-1FA9C419E90F}">
      <dsp:nvSpPr>
        <dsp:cNvPr id="0" name=""/>
        <dsp:cNvSpPr/>
      </dsp:nvSpPr>
      <dsp:spPr>
        <a:xfrm>
          <a:off x="37" y="4407821"/>
          <a:ext cx="291264" cy="2912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73220"/>
              <a:satOff val="-100"/>
              <a:lumOff val="27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AC1B0-C471-4D9C-B78D-ABE79BB4942E}">
      <dsp:nvSpPr>
        <dsp:cNvPr id="0" name=""/>
        <dsp:cNvSpPr/>
      </dsp:nvSpPr>
      <dsp:spPr>
        <a:xfrm>
          <a:off x="277576" y="4213985"/>
          <a:ext cx="3687302" cy="67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boto" panose="02000000000000000000" pitchFamily="2" charset="0"/>
              <a:ea typeface="Roboto" panose="02000000000000000000" pitchFamily="2" charset="0"/>
            </a:rPr>
            <a:t>agent-based simulations</a:t>
          </a:r>
          <a:endParaRPr lang="zh-CN" altLang="en-US" sz="1600" kern="1200" dirty="0">
            <a:latin typeface="Roboto" panose="02000000000000000000" pitchFamily="2" charset="0"/>
          </a:endParaRPr>
        </a:p>
      </dsp:txBody>
      <dsp:txXfrm>
        <a:off x="277576" y="4213985"/>
        <a:ext cx="3687302" cy="678938"/>
      </dsp:txXfrm>
    </dsp:sp>
    <dsp:sp modelId="{6C8142A1-6F97-4A60-8610-95A2AAD787CF}">
      <dsp:nvSpPr>
        <dsp:cNvPr id="0" name=""/>
        <dsp:cNvSpPr/>
      </dsp:nvSpPr>
      <dsp:spPr>
        <a:xfrm>
          <a:off x="4163121" y="837943"/>
          <a:ext cx="3964841" cy="466451"/>
        </a:xfrm>
        <a:prstGeom prst="rect">
          <a:avLst/>
        </a:prstGeom>
        <a:solidFill>
          <a:schemeClr val="accent4">
            <a:hueOff val="1514745"/>
            <a:satOff val="-225"/>
            <a:lumOff val="6274"/>
            <a:alphaOff val="0"/>
          </a:schemeClr>
        </a:solidFill>
        <a:ln w="12700" cap="flat" cmpd="sng" algn="ctr">
          <a:solidFill>
            <a:schemeClr val="accent4">
              <a:hueOff val="1514745"/>
              <a:satOff val="-225"/>
              <a:lumOff val="62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F8199-515D-4A8F-B23A-A5F6AC86932F}">
      <dsp:nvSpPr>
        <dsp:cNvPr id="0" name=""/>
        <dsp:cNvSpPr/>
      </dsp:nvSpPr>
      <dsp:spPr>
        <a:xfrm>
          <a:off x="4163121" y="1013124"/>
          <a:ext cx="291271" cy="29127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514745"/>
              <a:satOff val="-225"/>
              <a:lumOff val="62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4626EB-3A31-4D7D-BFA8-F90438B85563}">
      <dsp:nvSpPr>
        <dsp:cNvPr id="0" name=""/>
        <dsp:cNvSpPr/>
      </dsp:nvSpPr>
      <dsp:spPr>
        <a:xfrm>
          <a:off x="4163121" y="0"/>
          <a:ext cx="3964841" cy="837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kern="1200" dirty="0">
              <a:latin typeface="Roboto" panose="02000000000000000000" pitchFamily="2" charset="0"/>
              <a:ea typeface="Roboto" panose="02000000000000000000" pitchFamily="2" charset="0"/>
            </a:rPr>
            <a:t>Future</a:t>
          </a:r>
          <a:endParaRPr lang="zh-CN" altLang="en-US" sz="3200" kern="1200" dirty="0">
            <a:latin typeface="Roboto" panose="02000000000000000000" pitchFamily="2" charset="0"/>
          </a:endParaRPr>
        </a:p>
      </dsp:txBody>
      <dsp:txXfrm>
        <a:off x="4163121" y="0"/>
        <a:ext cx="3964841" cy="837943"/>
      </dsp:txXfrm>
    </dsp:sp>
    <dsp:sp modelId="{D51869F4-270B-4AAD-935B-0FF6C9494346}">
      <dsp:nvSpPr>
        <dsp:cNvPr id="0" name=""/>
        <dsp:cNvSpPr/>
      </dsp:nvSpPr>
      <dsp:spPr>
        <a:xfrm>
          <a:off x="4163121" y="1692069"/>
          <a:ext cx="291264" cy="2912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841525"/>
              <a:satOff val="-125"/>
              <a:lumOff val="34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2E638-1799-4519-97A2-2AA6C1F60637}">
      <dsp:nvSpPr>
        <dsp:cNvPr id="0" name=""/>
        <dsp:cNvSpPr/>
      </dsp:nvSpPr>
      <dsp:spPr>
        <a:xfrm>
          <a:off x="4440659" y="1498232"/>
          <a:ext cx="3687302" cy="67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boto" panose="02000000000000000000" pitchFamily="2" charset="0"/>
              <a:ea typeface="Roboto" panose="02000000000000000000" pitchFamily="2" charset="0"/>
            </a:rPr>
            <a:t>delay between personal choice and provision of social information</a:t>
          </a:r>
          <a:endParaRPr lang="zh-CN" altLang="en-US" sz="1600" kern="1200" dirty="0">
            <a:latin typeface="Roboto" panose="02000000000000000000" pitchFamily="2" charset="0"/>
          </a:endParaRPr>
        </a:p>
      </dsp:txBody>
      <dsp:txXfrm>
        <a:off x="4440659" y="1498232"/>
        <a:ext cx="3687302" cy="678938"/>
      </dsp:txXfrm>
    </dsp:sp>
    <dsp:sp modelId="{58B77F97-F7C0-457F-ACD2-7ED018A04755}">
      <dsp:nvSpPr>
        <dsp:cNvPr id="0" name=""/>
        <dsp:cNvSpPr/>
      </dsp:nvSpPr>
      <dsp:spPr>
        <a:xfrm>
          <a:off x="4163121" y="2371007"/>
          <a:ext cx="291264" cy="2912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09830"/>
              <a:satOff val="-150"/>
              <a:lumOff val="41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3FB8-AA65-46EC-862A-13E4E2FC3B4A}">
      <dsp:nvSpPr>
        <dsp:cNvPr id="0" name=""/>
        <dsp:cNvSpPr/>
      </dsp:nvSpPr>
      <dsp:spPr>
        <a:xfrm>
          <a:off x="4440659" y="2177170"/>
          <a:ext cx="3687302" cy="67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Roboto" panose="02000000000000000000" pitchFamily="2" charset="0"/>
              <a:ea typeface="Roboto" panose="02000000000000000000" pitchFamily="2" charset="0"/>
            </a:rPr>
            <a:t>quorum responses</a:t>
          </a:r>
          <a:endParaRPr lang="zh-CN" altLang="en-US" sz="1600" b="0" kern="1200" dirty="0">
            <a:latin typeface="Roboto" panose="02000000000000000000" pitchFamily="2" charset="0"/>
          </a:endParaRPr>
        </a:p>
      </dsp:txBody>
      <dsp:txXfrm>
        <a:off x="4440659" y="2177170"/>
        <a:ext cx="3687302" cy="678938"/>
      </dsp:txXfrm>
    </dsp:sp>
    <dsp:sp modelId="{C95F917E-6343-4597-9A94-B4C42C7B509D}">
      <dsp:nvSpPr>
        <dsp:cNvPr id="0" name=""/>
        <dsp:cNvSpPr/>
      </dsp:nvSpPr>
      <dsp:spPr>
        <a:xfrm>
          <a:off x="4163121" y="3049945"/>
          <a:ext cx="291264" cy="2912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178135"/>
              <a:satOff val="-175"/>
              <a:lumOff val="48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45B91D-F7B1-4096-AD6A-4B012667B700}">
      <dsp:nvSpPr>
        <dsp:cNvPr id="0" name=""/>
        <dsp:cNvSpPr/>
      </dsp:nvSpPr>
      <dsp:spPr>
        <a:xfrm>
          <a:off x="4440659" y="2856108"/>
          <a:ext cx="3687302" cy="67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boto" panose="02000000000000000000" pitchFamily="2" charset="0"/>
              <a:ea typeface="Roboto" panose="02000000000000000000" pitchFamily="2" charset="0"/>
            </a:rPr>
            <a:t>interrelationships between the different parameters and idiosyncrasy</a:t>
          </a:r>
          <a:endParaRPr lang="zh-CN" altLang="en-US" sz="1600" kern="1200" dirty="0">
            <a:latin typeface="Roboto" panose="02000000000000000000" pitchFamily="2" charset="0"/>
          </a:endParaRPr>
        </a:p>
      </dsp:txBody>
      <dsp:txXfrm>
        <a:off x="4440659" y="2856108"/>
        <a:ext cx="3687302" cy="678938"/>
      </dsp:txXfrm>
    </dsp:sp>
    <dsp:sp modelId="{54B7F259-5C1D-4928-B760-6F5D00786014}">
      <dsp:nvSpPr>
        <dsp:cNvPr id="0" name=""/>
        <dsp:cNvSpPr/>
      </dsp:nvSpPr>
      <dsp:spPr>
        <a:xfrm>
          <a:off x="4163121" y="3728883"/>
          <a:ext cx="291264" cy="2912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346440"/>
              <a:satOff val="-200"/>
              <a:lumOff val="5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8B9A41-3126-4168-B04D-1D280E78119C}">
      <dsp:nvSpPr>
        <dsp:cNvPr id="0" name=""/>
        <dsp:cNvSpPr/>
      </dsp:nvSpPr>
      <dsp:spPr>
        <a:xfrm>
          <a:off x="4440659" y="3535046"/>
          <a:ext cx="3687302" cy="67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boto" panose="02000000000000000000" pitchFamily="2" charset="0"/>
              <a:ea typeface="Roboto" panose="02000000000000000000" pitchFamily="2" charset="0"/>
            </a:rPr>
            <a:t>how individuals adjust their start point depending on their confidence</a:t>
          </a:r>
          <a:endParaRPr lang="zh-CN" altLang="en-US" sz="1600" kern="1200" dirty="0">
            <a:latin typeface="Roboto" panose="02000000000000000000" pitchFamily="2" charset="0"/>
          </a:endParaRPr>
        </a:p>
      </dsp:txBody>
      <dsp:txXfrm>
        <a:off x="4440659" y="3535046"/>
        <a:ext cx="3687302" cy="678938"/>
      </dsp:txXfrm>
    </dsp:sp>
    <dsp:sp modelId="{CEE06B43-A8A2-41E9-8ED3-830E6ADAD9FC}">
      <dsp:nvSpPr>
        <dsp:cNvPr id="0" name=""/>
        <dsp:cNvSpPr/>
      </dsp:nvSpPr>
      <dsp:spPr>
        <a:xfrm>
          <a:off x="4163121" y="4407821"/>
          <a:ext cx="291264" cy="2912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514745"/>
              <a:satOff val="-225"/>
              <a:lumOff val="62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6A598-5DBD-44D2-904D-AD81C48451A3}">
      <dsp:nvSpPr>
        <dsp:cNvPr id="0" name=""/>
        <dsp:cNvSpPr/>
      </dsp:nvSpPr>
      <dsp:spPr>
        <a:xfrm>
          <a:off x="4440659" y="4213985"/>
          <a:ext cx="3687302" cy="67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kern="1200" dirty="0">
              <a:latin typeface="Roboto" panose="02000000000000000000" pitchFamily="2" charset="0"/>
              <a:ea typeface="Roboto" panose="02000000000000000000" pitchFamily="2" charset="0"/>
            </a:rPr>
            <a:t>schooling fish(poel2022)</a:t>
          </a:r>
          <a:endParaRPr lang="zh-CN" altLang="en-US" sz="1600" kern="1200" dirty="0">
            <a:latin typeface="Roboto" panose="02000000000000000000" pitchFamily="2" charset="0"/>
          </a:endParaRPr>
        </a:p>
      </dsp:txBody>
      <dsp:txXfrm>
        <a:off x="4440659" y="4213985"/>
        <a:ext cx="3687302" cy="678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7F5C9-DAF5-4A29-9CE3-95BCB114EF3B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2C9FEC-40BF-4D4D-AA54-487A2A8EA9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964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326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234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704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979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192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778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650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925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79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027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452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367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0676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190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217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7975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969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0657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7447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7778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self-organization: </a:t>
            </a:r>
            <a:r>
              <a:rPr lang="zh-CN" altLang="en-US" dirty="0"/>
              <a:t>即</a:t>
            </a:r>
            <a:r>
              <a:rPr lang="en-US" altLang="zh-CN" dirty="0"/>
              <a:t>confidence</a:t>
            </a:r>
            <a:r>
              <a:rPr lang="zh-CN" altLang="en-US" dirty="0"/>
              <a:t>增加</a:t>
            </a:r>
            <a:r>
              <a:rPr lang="en-US" altLang="zh-CN" dirty="0"/>
              <a:t>acc or </a:t>
            </a:r>
            <a:r>
              <a:rPr lang="zh-CN" altLang="en-US" dirty="0"/>
              <a:t>减少</a:t>
            </a:r>
            <a:r>
              <a:rPr lang="en-US" altLang="zh-CN" dirty="0"/>
              <a:t>rt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2983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self-organization: </a:t>
            </a:r>
            <a:r>
              <a:rPr lang="zh-CN" altLang="en-US" dirty="0"/>
              <a:t>即</a:t>
            </a:r>
            <a:r>
              <a:rPr lang="en-US" altLang="zh-CN" dirty="0"/>
              <a:t>confidence</a:t>
            </a:r>
            <a:r>
              <a:rPr lang="zh-CN" altLang="en-US" dirty="0"/>
              <a:t>增加</a:t>
            </a:r>
            <a:r>
              <a:rPr lang="en-US" altLang="zh-CN" dirty="0"/>
              <a:t>acc or </a:t>
            </a:r>
            <a:r>
              <a:rPr lang="zh-CN" altLang="en-US" dirty="0"/>
              <a:t>减少</a:t>
            </a:r>
            <a:r>
              <a:rPr lang="en-US" altLang="zh-CN" dirty="0"/>
              <a:t>rt</a:t>
            </a:r>
            <a:r>
              <a:rPr lang="zh-CN" altLang="en-US" dirty="0"/>
              <a:t>。</a:t>
            </a:r>
            <a:r>
              <a:rPr lang="en-US" altLang="zh-CN" dirty="0"/>
              <a:t>with confident and accurate participants deciding early, thereby organizing themself to provide high-quality information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162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First, their response with higher confidence is less likely to change so that attain little improvement. </a:t>
            </a:r>
          </a:p>
          <a:p>
            <a:r>
              <a:rPr lang="en-US" altLang="zh-CN" dirty="0"/>
              <a:t>Second, relying on the coefficients of confidence with rt and acc,  we find that those who provide high quality information improve more.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“positive confidence-accuracy correlation” + “negative accuracy-RT correlation”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9890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7955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2223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3373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Individuals who reported higher confidence in the (in)correct option started closer to the threshold of the (in)correct option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3820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111111"/>
                </a:solidFill>
                <a:latin typeface="Roboto" panose="02000000000000000000" pitchFamily="2" charset="0"/>
              </a:rPr>
              <a:t>Accordingly, the influence of a single individual was larger in small groups than in large groups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111111"/>
                </a:solidFill>
                <a:latin typeface="Roboto" panose="02000000000000000000" pitchFamily="2" charset="0"/>
              </a:rPr>
              <a:t>Majority of approximately four participants is required to induce a 50% likelihood of changing a participant’s decision in favor of the opposing option.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r>
              <a:rPr lang="en-US" altLang="zh-CN" dirty="0"/>
              <a:t>“participants’ tendency to give personal information more weight than social information”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5143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信息瀑布，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羊群效应。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570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1. “varied the confidence-accuracy relationship by assigning either higher, similar, or lower confidence to agents”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2. “varied the willingness to wait for social information by assigning a low, intermediate, or high choice threshold”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9103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8696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038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3774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7104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7999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7939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8086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5222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028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4512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7340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6338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4355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3009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4720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0846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2735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2268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C9FEC-40BF-4D4D-AA54-487A2A8EA921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082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lnSpc>
                <a:spcPct val="100000"/>
              </a:lnSpc>
              <a:defRPr sz="48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9F79E-2F22-4E2B-A3AF-A63CBD8891ED}" type="datetime2">
              <a:rPr lang="en-US" altLang="zh-CN" smtClean="0"/>
              <a:t>Monday, September 5,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63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2604-A9B2-4B2B-B515-A76F41ED3309}" type="datetime2">
              <a:rPr lang="en-US" altLang="zh-CN" smtClean="0"/>
              <a:t>Monday, September 5,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54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9B7A1-7D2A-4F63-98F6-F60B863FD478}" type="datetime2">
              <a:rPr lang="en-US" altLang="zh-CN" smtClean="0"/>
              <a:t>Monday, September 5,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15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FF5C8-0D2A-47EB-A90C-ADAF9DE571D9}" type="datetime2">
              <a:rPr lang="en-US" altLang="zh-CN" smtClean="0"/>
              <a:t>Monday, September 5,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4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394E-ED51-4129-8989-6A960B4BCAFA}" type="datetime2">
              <a:rPr lang="en-US" altLang="zh-CN" smtClean="0"/>
              <a:t>Monday, September 5, 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169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8663-A7C7-4573-AD99-966EE3A6714F}" type="datetime2">
              <a:rPr lang="en-US" altLang="zh-CN" smtClean="0"/>
              <a:t>Monday, September 5, 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100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3D3E1-5B55-4733-BE2A-B0FBCC1DF0D6}" type="datetime2">
              <a:rPr lang="en-US" altLang="zh-CN" smtClean="0"/>
              <a:t>Monday, September 5, 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48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CAB0F-C83A-47F7-975B-29D559807298}" type="datetime2">
              <a:rPr lang="en-US" altLang="zh-CN" smtClean="0"/>
              <a:t>Monday, September 5,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69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91E0-AA32-466E-87F0-2C5301A0ABF0}" type="datetime2">
              <a:rPr lang="en-US" altLang="zh-CN" smtClean="0"/>
              <a:t>Monday, September 5,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16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03A6-7676-497E-B2E7-D44DDF417077}" type="datetime2">
              <a:rPr lang="en-US" altLang="zh-CN" smtClean="0"/>
              <a:t>Monday, September 5,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77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DE77-3BA8-4D30-AD38-AE2AAE225343}" type="datetime2">
              <a:rPr lang="en-US" altLang="zh-CN" smtClean="0"/>
              <a:t>Monday, September 5,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87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 cap="none" spc="100" baseline="0">
                <a:solidFill>
                  <a:srgbClr val="FFFFFF"/>
                </a:solidFill>
              </a:defRPr>
            </a:lvl1pPr>
          </a:lstStyle>
          <a:p>
            <a:fld id="{65FA0662-FF94-48DC-BA8B-5478128B73EA}" type="datetime2">
              <a:rPr lang="en-US" altLang="zh-CN" smtClean="0"/>
              <a:t>Monday, September 5, 2022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b="0" spc="100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7387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000" b="0" i="0" kern="1200" cap="none" spc="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 spc="7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 spc="7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 spc="7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7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7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ibenbang.com/071455/" TargetMode="External"/><Relationship Id="rId5" Type="http://schemas.openxmlformats.org/officeDocument/2006/relationships/image" Target="../media/image5.jpg"/><Relationship Id="rId4" Type="http://schemas.openxmlformats.org/officeDocument/2006/relationships/hyperlink" Target="https://pxhere.com/zh/photo/1636866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26/sciadv.abm6385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0.png"/><Relationship Id="rId5" Type="http://schemas.openxmlformats.org/officeDocument/2006/relationships/image" Target="../media/image40.png"/><Relationship Id="rId10" Type="http://schemas.openxmlformats.org/officeDocument/2006/relationships/image" Target="../media/image43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0.png"/><Relationship Id="rId5" Type="http://schemas.openxmlformats.org/officeDocument/2006/relationships/image" Target="../media/image40.png"/><Relationship Id="rId10" Type="http://schemas.openxmlformats.org/officeDocument/2006/relationships/image" Target="../media/image43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4.png"/><Relationship Id="rId4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8" descr="已断开">
            <a:extLst>
              <a:ext uri="{FF2B5EF4-FFF2-40B4-BE49-F238E27FC236}">
                <a16:creationId xmlns:a16="http://schemas.microsoft.com/office/drawing/2014/main" id="{3F9B4450-286D-6E9F-3D24-F4076107E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1173797" y="-6351335"/>
            <a:ext cx="14539592" cy="1874145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6139978-E556-4ED3-A26F-6683AE01867D}"/>
              </a:ext>
            </a:extLst>
          </p:cNvPr>
          <p:cNvSpPr txBox="1"/>
          <p:nvPr/>
        </p:nvSpPr>
        <p:spPr>
          <a:xfrm>
            <a:off x="3312749" y="4291151"/>
            <a:ext cx="5566497" cy="1400383"/>
          </a:xfrm>
          <a:prstGeom prst="rect">
            <a:avLst/>
          </a:prstGeom>
        </p:spPr>
        <p:txBody>
          <a:bodyPr rot="0" spcFirstLastPara="0" vertOverflow="overflow" horzOverflow="overflow" vert="horz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"/>
              </a:rPr>
              <a:t>潘晚坷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"/>
              </a:rPr>
              <a:t>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"/>
              </a:rPr>
              <a:t>上海师范大学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"/>
              </a:rPr>
              <a:t>邮箱：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"/>
              </a:rPr>
              <a:t>panwanke@163.com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"/>
              </a:rPr>
              <a:t>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"/>
            </a:endParaRPr>
          </a:p>
          <a:p>
            <a:pPr algn="ctr">
              <a:spcBef>
                <a:spcPts val="1800"/>
              </a:spcBef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Times"/>
              </a:rPr>
              <a:t>2022.09.06</a:t>
            </a:r>
          </a:p>
        </p:txBody>
      </p:sp>
      <p:sp>
        <p:nvSpPr>
          <p:cNvPr id="55" name="Rectangle 15">
            <a:extLst>
              <a:ext uri="{FF2B5EF4-FFF2-40B4-BE49-F238E27FC236}">
                <a16:creationId xmlns:a16="http://schemas.microsoft.com/office/drawing/2014/main" id="{57279BCC-714F-432D-B1E1-DD2CF7507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17">
            <a:extLst>
              <a:ext uri="{FF2B5EF4-FFF2-40B4-BE49-F238E27FC236}">
                <a16:creationId xmlns:a16="http://schemas.microsoft.com/office/drawing/2014/main" id="{0D678D00-BED9-4B8A-8AE6-A1050EE5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4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89A9753-C76E-4447-BBF4-1D5CB2D0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CF9876-5CEA-53C2-249D-BD253F302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3953" y="1166466"/>
            <a:ext cx="8124092" cy="259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75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11229">
        <p159:morph option="byChar"/>
      </p:transition>
    </mc:Choice>
    <mc:Fallback xmlns="">
      <p:transition advTm="11229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2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图片 6" descr="交通信号灯&#10;&#10;描述已自动生成">
            <a:extLst>
              <a:ext uri="{FF2B5EF4-FFF2-40B4-BE49-F238E27FC236}">
                <a16:creationId xmlns:a16="http://schemas.microsoft.com/office/drawing/2014/main" id="{AFDDF6FB-829D-136C-2AD4-B74A3C981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201766" y="1782980"/>
            <a:ext cx="2152650" cy="3238500"/>
          </a:xfrm>
          <a:prstGeom prst="rect">
            <a:avLst/>
          </a:prstGeom>
        </p:spPr>
      </p:pic>
      <p:pic>
        <p:nvPicPr>
          <p:cNvPr id="9" name="图片 8" descr="男人走在街道上&#10;&#10;描述已自动生成">
            <a:extLst>
              <a:ext uri="{FF2B5EF4-FFF2-40B4-BE49-F238E27FC236}">
                <a16:creationId xmlns:a16="http://schemas.microsoft.com/office/drawing/2014/main" id="{A6F3C20D-C38B-5A36-61CF-B712F03F9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059629" y="1782980"/>
            <a:ext cx="4317996" cy="323849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399011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Information cascade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02C8F4E-FA2D-678C-1A57-930C5DF8A889}"/>
              </a:ext>
            </a:extLst>
          </p:cNvPr>
          <p:cNvSpPr txBox="1"/>
          <p:nvPr/>
        </p:nvSpPr>
        <p:spPr>
          <a:xfrm>
            <a:off x="1831029" y="5237942"/>
            <a:ext cx="7969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An information cascade is when an individual changes their behavior based on inferences they make by observing other people.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7700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3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399011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Question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02C8F4E-FA2D-678C-1A57-930C5DF8A889}"/>
              </a:ext>
            </a:extLst>
          </p:cNvPr>
          <p:cNvSpPr txBox="1"/>
          <p:nvPr/>
        </p:nvSpPr>
        <p:spPr>
          <a:xfrm>
            <a:off x="2909454" y="1852397"/>
            <a:ext cx="7969826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How does the majority influence the decisions of others?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What is the cognitive mechanism behind it? How do individuals balance their own beliefs with the performance of others?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The role of personal confidence and sensitivity to cascading information.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The role of group size and group consistency. </a:t>
            </a:r>
          </a:p>
        </p:txBody>
      </p:sp>
      <p:pic>
        <p:nvPicPr>
          <p:cNvPr id="4" name="图片 15" descr="Otazník Otázka Reakce Vyhledávací · Obrázek zdarma na Pixabay">
            <a:extLst>
              <a:ext uri="{FF2B5EF4-FFF2-40B4-BE49-F238E27FC236}">
                <a16:creationId xmlns:a16="http://schemas.microsoft.com/office/drawing/2014/main" id="{F2F9D4C2-E249-CF6D-2AA4-598E3F56A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" y="2493616"/>
            <a:ext cx="1826592" cy="182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252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4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718456" y="601953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Solution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幻灯片缩放定位 3">
                <a:extLst>
                  <a:ext uri="{FF2B5EF4-FFF2-40B4-BE49-F238E27FC236}">
                    <a16:creationId xmlns:a16="http://schemas.microsoft.com/office/drawing/2014/main" id="{ADA34178-3715-599C-6E81-BF4B80EADC7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5985514"/>
                  </p:ext>
                </p:extLst>
              </p:nvPr>
            </p:nvGraphicFramePr>
            <p:xfrm>
              <a:off x="928636" y="2130015"/>
              <a:ext cx="4762159" cy="2678715"/>
            </p:xfrm>
            <a:graphic>
              <a:graphicData uri="http://schemas.microsoft.com/office/powerpoint/2016/slidezoom">
                <pslz:sldZm>
                  <pslz:sldZmObj sldId="423" cId="2322007687">
                    <pslz:zmPr id="{2D5CDC26-6DF0-40B8-A946-4790A9D475F2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62159" cy="267871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幻灯片缩放定位 3">
                <a:extLst>
                  <a:ext uri="{FF2B5EF4-FFF2-40B4-BE49-F238E27FC236}">
                    <a16:creationId xmlns:a16="http://schemas.microsoft.com/office/drawing/2014/main" id="{ADA34178-3715-599C-6E81-BF4B80EADC7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8636" y="2130015"/>
                <a:ext cx="4762159" cy="267871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幻灯片缩放定位 6">
                <a:extLst>
                  <a:ext uri="{FF2B5EF4-FFF2-40B4-BE49-F238E27FC236}">
                    <a16:creationId xmlns:a16="http://schemas.microsoft.com/office/drawing/2014/main" id="{51116877-7EC0-C27F-4CDE-EB5E7AC726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9988638"/>
                  </p:ext>
                </p:extLst>
              </p:nvPr>
            </p:nvGraphicFramePr>
            <p:xfrm>
              <a:off x="6328220" y="2130014"/>
              <a:ext cx="4762159" cy="2678715"/>
            </p:xfrm>
            <a:graphic>
              <a:graphicData uri="http://schemas.microsoft.com/office/powerpoint/2016/slidezoom">
                <pslz:sldZm>
                  <pslz:sldZmObj sldId="380" cId="117485651">
                    <pslz:zmPr id="{CD2CAB35-0F11-40DE-99D9-AA5F7546B8F7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62159" cy="267871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幻灯片缩放定位 6">
                <a:extLst>
                  <a:ext uri="{FF2B5EF4-FFF2-40B4-BE49-F238E27FC236}">
                    <a16:creationId xmlns:a16="http://schemas.microsoft.com/office/drawing/2014/main" id="{51116877-7EC0-C27F-4CDE-EB5E7AC726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8220" y="2130014"/>
                <a:ext cx="4762159" cy="267871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3668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5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718456" y="601953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Solution -- sequential choice paradigms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39D9C2-84E9-2E10-1760-6469F501E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67" y="1701164"/>
            <a:ext cx="7013466" cy="314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007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6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39D9C2-84E9-2E10-1760-6469F501E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89" y="156002"/>
            <a:ext cx="3373383" cy="1512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99BF39A-6AE4-A7F8-67C0-9751FE903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256" y="1857325"/>
            <a:ext cx="5915025" cy="3676650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F39353A-0BB6-A3FA-9EF4-31D2B93E0E4C}"/>
              </a:ext>
            </a:extLst>
          </p:cNvPr>
          <p:cNvCxnSpPr/>
          <p:nvPr/>
        </p:nvCxnSpPr>
        <p:spPr>
          <a:xfrm>
            <a:off x="4170317" y="120776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4BC4D7F-2DE2-8017-0197-B3EF54A70DF1}"/>
              </a:ext>
            </a:extLst>
          </p:cNvPr>
          <p:cNvSpPr txBox="1"/>
          <p:nvPr/>
        </p:nvSpPr>
        <p:spPr>
          <a:xfrm>
            <a:off x="5160203" y="634974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Phase1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visual search task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B86643F-8FF0-571A-BB83-EA9B17E06875}"/>
              </a:ext>
            </a:extLst>
          </p:cNvPr>
          <p:cNvSpPr txBox="1"/>
          <p:nvPr/>
        </p:nvSpPr>
        <p:spPr>
          <a:xfrm>
            <a:off x="432664" y="1780549"/>
            <a:ext cx="4362221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binary decision task: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observed 72 stylized fish (for 2 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“escape” if there were five or more sharks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“stay” if there were four or fewer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number of sharks: 3,4,5,7,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each number was repeated 10 times (40 trials in total)</a:t>
            </a:r>
          </a:p>
        </p:txBody>
      </p:sp>
    </p:spTree>
    <p:extLst>
      <p:ext uri="{BB962C8B-B14F-4D97-AF65-F5344CB8AC3E}">
        <p14:creationId xmlns:p14="http://schemas.microsoft.com/office/powerpoint/2010/main" val="2187156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7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39D9C2-84E9-2E10-1760-6469F501E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79" y="712660"/>
            <a:ext cx="9235642" cy="414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F39353A-0BB6-A3FA-9EF4-31D2B93E0E4C}"/>
              </a:ext>
            </a:extLst>
          </p:cNvPr>
          <p:cNvCxnSpPr/>
          <p:nvPr/>
        </p:nvCxnSpPr>
        <p:spPr>
          <a:xfrm>
            <a:off x="5087003" y="1085544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B86643F-8FF0-571A-BB83-EA9B17E06875}"/>
              </a:ext>
            </a:extLst>
          </p:cNvPr>
          <p:cNvSpPr txBox="1"/>
          <p:nvPr/>
        </p:nvSpPr>
        <p:spPr>
          <a:xfrm>
            <a:off x="3093568" y="5180973"/>
            <a:ext cx="10620146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5s to report their personal decision;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5s to report their confidence in their personal decision.</a:t>
            </a: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130C5B4-C10C-497A-98DB-950870AC8ECD}"/>
              </a:ext>
            </a:extLst>
          </p:cNvPr>
          <p:cNvSpPr/>
          <p:nvPr/>
        </p:nvSpPr>
        <p:spPr>
          <a:xfrm>
            <a:off x="411480" y="1085544"/>
            <a:ext cx="9235642" cy="3989362"/>
          </a:xfrm>
          <a:custGeom>
            <a:avLst/>
            <a:gdLst>
              <a:gd name="connsiteX0" fmla="*/ 1593166 w 9235642"/>
              <a:gd name="connsiteY0" fmla="*/ 242574 h 3989362"/>
              <a:gd name="connsiteX1" fmla="*/ 1593166 w 9235642"/>
              <a:gd name="connsiteY1" fmla="*/ 2343449 h 3989362"/>
              <a:gd name="connsiteX2" fmla="*/ 4981135 w 9235642"/>
              <a:gd name="connsiteY2" fmla="*/ 2343449 h 3989362"/>
              <a:gd name="connsiteX3" fmla="*/ 4981135 w 9235642"/>
              <a:gd name="connsiteY3" fmla="*/ 242574 h 3989362"/>
              <a:gd name="connsiteX4" fmla="*/ 0 w 9235642"/>
              <a:gd name="connsiteY4" fmla="*/ 0 h 3989362"/>
              <a:gd name="connsiteX5" fmla="*/ 9235642 w 9235642"/>
              <a:gd name="connsiteY5" fmla="*/ 0 h 3989362"/>
              <a:gd name="connsiteX6" fmla="*/ 9235642 w 9235642"/>
              <a:gd name="connsiteY6" fmla="*/ 3989362 h 3989362"/>
              <a:gd name="connsiteX7" fmla="*/ 0 w 9235642"/>
              <a:gd name="connsiteY7" fmla="*/ 3989362 h 398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235642" h="3989362">
                <a:moveTo>
                  <a:pt x="1593166" y="242574"/>
                </a:moveTo>
                <a:lnTo>
                  <a:pt x="1593166" y="2343449"/>
                </a:lnTo>
                <a:lnTo>
                  <a:pt x="4981135" y="2343449"/>
                </a:lnTo>
                <a:lnTo>
                  <a:pt x="4981135" y="242574"/>
                </a:lnTo>
                <a:close/>
                <a:moveTo>
                  <a:pt x="0" y="0"/>
                </a:moveTo>
                <a:lnTo>
                  <a:pt x="9235642" y="0"/>
                </a:lnTo>
                <a:lnTo>
                  <a:pt x="9235642" y="3989362"/>
                </a:lnTo>
                <a:lnTo>
                  <a:pt x="0" y="3989362"/>
                </a:lnTo>
                <a:close/>
              </a:path>
            </a:pathLst>
          </a:cu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BC4D7F-2DE2-8017-0197-B3EF54A70DF1}"/>
              </a:ext>
            </a:extLst>
          </p:cNvPr>
          <p:cNvSpPr txBox="1"/>
          <p:nvPr/>
        </p:nvSpPr>
        <p:spPr>
          <a:xfrm>
            <a:off x="5087003" y="561729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Phase2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personal choice and confidence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9020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8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F39353A-0BB6-A3FA-9EF4-31D2B93E0E4C}"/>
              </a:ext>
            </a:extLst>
          </p:cNvPr>
          <p:cNvCxnSpPr/>
          <p:nvPr/>
        </p:nvCxnSpPr>
        <p:spPr>
          <a:xfrm>
            <a:off x="5087003" y="1085544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B86643F-8FF0-571A-BB83-EA9B17E06875}"/>
              </a:ext>
            </a:extLst>
          </p:cNvPr>
          <p:cNvSpPr txBox="1"/>
          <p:nvPr/>
        </p:nvSpPr>
        <p:spPr>
          <a:xfrm>
            <a:off x="2919042" y="4431029"/>
            <a:ext cx="7447968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the social phase lasted 20 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social information was first updated after 3 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then iteratively every 2 s (i.e., at 3, 5, 7, 9,...,19 s).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participants made a second decision on the same image.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BC4D7F-2DE2-8017-0197-B3EF54A70DF1}"/>
              </a:ext>
            </a:extLst>
          </p:cNvPr>
          <p:cNvSpPr txBox="1"/>
          <p:nvPr/>
        </p:nvSpPr>
        <p:spPr>
          <a:xfrm>
            <a:off x="6137295" y="575623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Phase3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social choice  phase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512E2B7-05F4-B292-6555-4D6984D7E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89" y="156002"/>
            <a:ext cx="3373383" cy="1512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52409C8-1F41-FE79-5986-38C757B0F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539" y="2135895"/>
            <a:ext cx="3211152" cy="22951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6430614-1D7D-8DAB-3EB8-E54514A52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106" y="2108278"/>
            <a:ext cx="3487334" cy="213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32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9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F39353A-0BB6-A3FA-9EF4-31D2B93E0E4C}"/>
              </a:ext>
            </a:extLst>
          </p:cNvPr>
          <p:cNvCxnSpPr/>
          <p:nvPr/>
        </p:nvCxnSpPr>
        <p:spPr>
          <a:xfrm>
            <a:off x="5087003" y="1085544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B86643F-8FF0-571A-BB83-EA9B17E06875}"/>
              </a:ext>
            </a:extLst>
          </p:cNvPr>
          <p:cNvSpPr txBox="1"/>
          <p:nvPr/>
        </p:nvSpPr>
        <p:spPr>
          <a:xfrm>
            <a:off x="1014572" y="2572436"/>
            <a:ext cx="5258907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feedback on the correct choice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received 0 points for an incorrect decision and 100 points for a correct decision.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BC4D7F-2DE2-8017-0197-B3EF54A70DF1}"/>
              </a:ext>
            </a:extLst>
          </p:cNvPr>
          <p:cNvSpPr txBox="1"/>
          <p:nvPr/>
        </p:nvSpPr>
        <p:spPr>
          <a:xfrm>
            <a:off x="6889650" y="604271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Phase4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feedback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512E2B7-05F4-B292-6555-4D6984D7E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89" y="156002"/>
            <a:ext cx="3373383" cy="1512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5198E32-5758-C002-D9F6-EDB01DD4C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305" y="2184265"/>
            <a:ext cx="2583404" cy="220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62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10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718456" y="601953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Solution -- sequential choice paradigms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39D9C2-84E9-2E10-1760-6469F501E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56" y="2358929"/>
            <a:ext cx="4882143" cy="218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186D1FB-D233-DB59-3DA0-0CD40A443F9F}"/>
              </a:ext>
            </a:extLst>
          </p:cNvPr>
          <p:cNvSpPr txBox="1"/>
          <p:nvPr/>
        </p:nvSpPr>
        <p:spPr>
          <a:xfrm>
            <a:off x="5716929" y="1988042"/>
            <a:ext cx="6610109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Participants</a:t>
            </a:r>
            <a:r>
              <a:rPr lang="zh-CN" altLang="en-US" sz="2000" dirty="0">
                <a:solidFill>
                  <a:srgbClr val="111111"/>
                </a:solidFill>
                <a:latin typeface="Roboto" panose="02000000000000000000" pitchFamily="2" charset="0"/>
              </a:rPr>
              <a:t>：</a:t>
            </a: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141 students (divided into 16 groups)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Three group size</a:t>
            </a:r>
            <a:r>
              <a:rPr lang="zh-CN" altLang="en-US" sz="2000" dirty="0">
                <a:solidFill>
                  <a:srgbClr val="111111"/>
                </a:solidFill>
                <a:latin typeface="Roboto" panose="02000000000000000000" pitchFamily="2" charset="0"/>
              </a:rPr>
              <a:t>：</a:t>
            </a:r>
            <a:endParaRPr lang="en-US" altLang="zh-CN" sz="2000" dirty="0">
              <a:solidFill>
                <a:srgbClr val="111111"/>
              </a:solidFill>
              <a:latin typeface="Roboto" panose="02000000000000000000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“small”: 3 individuals, 5 groups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“medium”:  n = 7 to 10 individuals, 6 groups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“large”: 15 to 17 individuals, 5 groups</a:t>
            </a:r>
          </a:p>
        </p:txBody>
      </p:sp>
    </p:spTree>
    <p:extLst>
      <p:ext uri="{BB962C8B-B14F-4D97-AF65-F5344CB8AC3E}">
        <p14:creationId xmlns:p14="http://schemas.microsoft.com/office/powerpoint/2010/main" val="3354615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11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718456" y="601953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Solution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C65E252-F448-5DDE-4129-C73AD8DC3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951" y="1824466"/>
            <a:ext cx="6047187" cy="291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EAC48D4-3FA2-732F-4FE0-9ACFE331746F}"/>
              </a:ext>
            </a:extLst>
          </p:cNvPr>
          <p:cNvSpPr txBox="1"/>
          <p:nvPr/>
        </p:nvSpPr>
        <p:spPr>
          <a:xfrm>
            <a:off x="2180234" y="5205205"/>
            <a:ext cx="8885164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social information affects the rate of evidence accumulation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drift rate shifting toward the </a:t>
            </a:r>
            <a:r>
              <a:rPr lang="en-US" altLang="zh-CN" sz="2000" dirty="0" err="1">
                <a:solidFill>
                  <a:srgbClr val="111111"/>
                </a:solidFill>
                <a:latin typeface="Roboto" panose="02000000000000000000" pitchFamily="2" charset="0"/>
              </a:rPr>
              <a:t>the</a:t>
            </a: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 majority</a:t>
            </a:r>
          </a:p>
        </p:txBody>
      </p:sp>
      <p:pic>
        <p:nvPicPr>
          <p:cNvPr id="18" name="图片 17" descr="图片包含 背景图案&#10;&#10;描述已自动生成">
            <a:extLst>
              <a:ext uri="{FF2B5EF4-FFF2-40B4-BE49-F238E27FC236}">
                <a16:creationId xmlns:a16="http://schemas.microsoft.com/office/drawing/2014/main" id="{5798D3D6-0529-E47F-87D8-3D18DE1AA0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343" y="1902083"/>
            <a:ext cx="3683141" cy="276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5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12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718456" y="601953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Solution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C65E252-F448-5DDE-4129-C73AD8DC3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42" y="1828926"/>
            <a:ext cx="5581551" cy="269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82B2478A-E85A-4CCE-FA8B-BFBBDC052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704" y="946762"/>
            <a:ext cx="3156031" cy="445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18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13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718456" y="601953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Solution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C65E252-F448-5DDE-4129-C73AD8DC3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42" y="1828926"/>
            <a:ext cx="5581551" cy="269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82B2478A-E85A-4CCE-FA8B-BFBBDC052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704" y="946762"/>
            <a:ext cx="3156031" cy="445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E9991C7-AE74-53EF-F2A1-437D590B277E}"/>
              </a:ext>
            </a:extLst>
          </p:cNvPr>
          <p:cNvSpPr/>
          <p:nvPr/>
        </p:nvSpPr>
        <p:spPr>
          <a:xfrm>
            <a:off x="2421617" y="2164829"/>
            <a:ext cx="534943" cy="23570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0CB2D0-98D0-BAD5-2854-30C88A0FC4A1}"/>
              </a:ext>
            </a:extLst>
          </p:cNvPr>
          <p:cNvSpPr/>
          <p:nvPr/>
        </p:nvSpPr>
        <p:spPr>
          <a:xfrm>
            <a:off x="8221980" y="3284220"/>
            <a:ext cx="2880360" cy="3386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905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14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718456" y="601953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Solution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C65E252-F448-5DDE-4129-C73AD8DC3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42" y="1828926"/>
            <a:ext cx="5581551" cy="269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82B2478A-E85A-4CCE-FA8B-BFBBDC052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704" y="946762"/>
            <a:ext cx="3156031" cy="445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E9991C7-AE74-53EF-F2A1-437D590B277E}"/>
              </a:ext>
            </a:extLst>
          </p:cNvPr>
          <p:cNvSpPr/>
          <p:nvPr/>
        </p:nvSpPr>
        <p:spPr>
          <a:xfrm flipH="1">
            <a:off x="3108960" y="2103121"/>
            <a:ext cx="4061460" cy="4800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0CB2D0-98D0-BAD5-2854-30C88A0FC4A1}"/>
              </a:ext>
            </a:extLst>
          </p:cNvPr>
          <p:cNvSpPr/>
          <p:nvPr/>
        </p:nvSpPr>
        <p:spPr>
          <a:xfrm>
            <a:off x="8221980" y="3649980"/>
            <a:ext cx="2880360" cy="9677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88196F-1EC0-2B9B-A67A-174C58E50021}"/>
              </a:ext>
            </a:extLst>
          </p:cNvPr>
          <p:cNvSpPr/>
          <p:nvPr/>
        </p:nvSpPr>
        <p:spPr>
          <a:xfrm flipH="1">
            <a:off x="2933700" y="3870961"/>
            <a:ext cx="4061460" cy="4800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188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15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718456" y="601953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Solution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C65E252-F448-5DDE-4129-C73AD8DC3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42" y="1828926"/>
            <a:ext cx="5581551" cy="269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82B2478A-E85A-4CCE-FA8B-BFBBDC052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704" y="946762"/>
            <a:ext cx="3156031" cy="445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50CB2D0-98D0-BAD5-2854-30C88A0FC4A1}"/>
              </a:ext>
            </a:extLst>
          </p:cNvPr>
          <p:cNvSpPr/>
          <p:nvPr/>
        </p:nvSpPr>
        <p:spPr>
          <a:xfrm flipV="1">
            <a:off x="2019300" y="2613659"/>
            <a:ext cx="281940" cy="97536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B49D8C-4FA9-F4B5-593B-1F3ED19A3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3926" y="4583415"/>
            <a:ext cx="4701947" cy="342930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99A1032-AD71-AA1B-0F9A-69FA4F1AF558}"/>
              </a:ext>
            </a:extLst>
          </p:cNvPr>
          <p:cNvCxnSpPr/>
          <p:nvPr/>
        </p:nvCxnSpPr>
        <p:spPr>
          <a:xfrm flipH="1">
            <a:off x="4297680" y="3429000"/>
            <a:ext cx="3977640" cy="11658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9A274BE-2B4E-7702-71F7-3FF785E0098B}"/>
              </a:ext>
            </a:extLst>
          </p:cNvPr>
          <p:cNvCxnSpPr>
            <a:cxnSpLocks/>
          </p:cNvCxnSpPr>
          <p:nvPr/>
        </p:nvCxnSpPr>
        <p:spPr>
          <a:xfrm flipH="1">
            <a:off x="4968240" y="4177673"/>
            <a:ext cx="3300884" cy="5369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867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16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718456" y="601953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Solution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C65E252-F448-5DDE-4129-C73AD8DC3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42" y="1828926"/>
            <a:ext cx="5581551" cy="269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82B2478A-E85A-4CCE-FA8B-BFBBDC052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704" y="946762"/>
            <a:ext cx="3156031" cy="445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DB49D8C-4FA9-F4B5-593B-1F3ED19A3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3926" y="4583415"/>
            <a:ext cx="4701947" cy="34293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D11C559-1666-97FA-6DAC-C8EC8EAF5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4975" y="4939080"/>
            <a:ext cx="4427413" cy="47761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50CB2D0-98D0-BAD5-2854-30C88A0FC4A1}"/>
              </a:ext>
            </a:extLst>
          </p:cNvPr>
          <p:cNvSpPr/>
          <p:nvPr/>
        </p:nvSpPr>
        <p:spPr>
          <a:xfrm flipV="1">
            <a:off x="4556150" y="4488897"/>
            <a:ext cx="465429" cy="9744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866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17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718456" y="601953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Solution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C65E252-F448-5DDE-4129-C73AD8DC3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42" y="1828926"/>
            <a:ext cx="5581551" cy="269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82B2478A-E85A-4CCE-FA8B-BFBBDC052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704" y="946762"/>
            <a:ext cx="3156031" cy="445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DB49D8C-4FA9-F4B5-593B-1F3ED19A3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3926" y="4583415"/>
            <a:ext cx="4701947" cy="34293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D11C559-1666-97FA-6DAC-C8EC8EAF5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4975" y="4939080"/>
            <a:ext cx="4427413" cy="4776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DA276B5-21E9-9459-970D-486F7F862D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3818" y="5352221"/>
            <a:ext cx="4511431" cy="388654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7FE904D-9EBA-E587-9881-E637140327AE}"/>
              </a:ext>
            </a:extLst>
          </p:cNvPr>
          <p:cNvCxnSpPr>
            <a:cxnSpLocks/>
          </p:cNvCxnSpPr>
          <p:nvPr/>
        </p:nvCxnSpPr>
        <p:spPr>
          <a:xfrm>
            <a:off x="2369820" y="4130040"/>
            <a:ext cx="3193998" cy="8578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450CB2D0-98D0-BAD5-2854-30C88A0FC4A1}"/>
              </a:ext>
            </a:extLst>
          </p:cNvPr>
          <p:cNvSpPr/>
          <p:nvPr/>
        </p:nvSpPr>
        <p:spPr>
          <a:xfrm flipV="1">
            <a:off x="5563818" y="4987897"/>
            <a:ext cx="692202" cy="7529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995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18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718456" y="601953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– algorithm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＆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code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B49D8C-4FA9-F4B5-593B-1F3ED19A3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45" y="1977703"/>
            <a:ext cx="4701947" cy="34293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D11C559-1666-97FA-6DAC-C8EC8EAF5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72" y="3031143"/>
            <a:ext cx="4427413" cy="4776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DA276B5-21E9-9459-970D-486F7F862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045" y="2507982"/>
            <a:ext cx="4511431" cy="388654"/>
          </a:xfrm>
          <a:prstGeom prst="rect">
            <a:avLst/>
          </a:prstGeom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5B1EF07E-DEFB-69D5-FC90-97C2D3527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666" y="1491240"/>
            <a:ext cx="2781300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B659F272-07F9-1546-EA85-4B299F32B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78" y="3394558"/>
            <a:ext cx="603885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055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19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718456" y="601953"/>
            <a:ext cx="7019653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Solution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幻灯片缩放定位 3">
                <a:extLst>
                  <a:ext uri="{FF2B5EF4-FFF2-40B4-BE49-F238E27FC236}">
                    <a16:creationId xmlns:a16="http://schemas.microsoft.com/office/drawing/2014/main" id="{ADA34178-3715-599C-6E81-BF4B80EADC7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28636" y="2130015"/>
              <a:ext cx="4762159" cy="2678715"/>
            </p:xfrm>
            <a:graphic>
              <a:graphicData uri="http://schemas.microsoft.com/office/powerpoint/2016/slidezoom">
                <pslz:sldZm>
                  <pslz:sldZmObj sldId="423" cId="2322007687">
                    <pslz:zmPr id="{2D5CDC26-6DF0-40B8-A946-4790A9D475F2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62159" cy="267871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幻灯片缩放定位 3">
                <a:extLst>
                  <a:ext uri="{FF2B5EF4-FFF2-40B4-BE49-F238E27FC236}">
                    <a16:creationId xmlns:a16="http://schemas.microsoft.com/office/drawing/2014/main" id="{ADA34178-3715-599C-6E81-BF4B80EADC7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8636" y="2130015"/>
                <a:ext cx="4762159" cy="267871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幻灯片缩放定位 6">
                <a:extLst>
                  <a:ext uri="{FF2B5EF4-FFF2-40B4-BE49-F238E27FC236}">
                    <a16:creationId xmlns:a16="http://schemas.microsoft.com/office/drawing/2014/main" id="{51116877-7EC0-C27F-4CDE-EB5E7AC7261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28220" y="2130014"/>
              <a:ext cx="4762159" cy="2678715"/>
            </p:xfrm>
            <a:graphic>
              <a:graphicData uri="http://schemas.microsoft.com/office/powerpoint/2016/slidezoom">
                <pslz:sldZm>
                  <pslz:sldZmObj sldId="380" cId="117485651">
                    <pslz:zmPr id="{CD2CAB35-0F11-40DE-99D9-AA5F7546B8F7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62159" cy="267871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幻灯片缩放定位 6">
                <a:extLst>
                  <a:ext uri="{FF2B5EF4-FFF2-40B4-BE49-F238E27FC236}">
                    <a16:creationId xmlns:a16="http://schemas.microsoft.com/office/drawing/2014/main" id="{51116877-7EC0-C27F-4CDE-EB5E7AC726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8220" y="2130014"/>
                <a:ext cx="4762159" cy="267871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7064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20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399011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Hypotheses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15" descr="Otazník Otázka Reakce Vyhledávací · Obrázek zdarma na Pixabay">
            <a:extLst>
              <a:ext uri="{FF2B5EF4-FFF2-40B4-BE49-F238E27FC236}">
                <a16:creationId xmlns:a16="http://schemas.microsoft.com/office/drawing/2014/main" id="{F2F9D4C2-E249-CF6D-2AA4-598E3F56A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" y="2493616"/>
            <a:ext cx="1826592" cy="182659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18D6AE3-6F30-7BA0-B967-208A8AFCFC4C}"/>
              </a:ext>
            </a:extLst>
          </p:cNvPr>
          <p:cNvSpPr txBox="1"/>
          <p:nvPr/>
        </p:nvSpPr>
        <p:spPr>
          <a:xfrm>
            <a:off x="3103764" y="2314062"/>
            <a:ext cx="7969826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How individuals simultaneously combine personal and social information?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How they time their decision in groups?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The amplification of cascade information to positive or negative?</a:t>
            </a:r>
          </a:p>
        </p:txBody>
      </p:sp>
    </p:spTree>
    <p:extLst>
      <p:ext uri="{BB962C8B-B14F-4D97-AF65-F5344CB8AC3E}">
        <p14:creationId xmlns:p14="http://schemas.microsoft.com/office/powerpoint/2010/main" val="2790163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21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8" y="638548"/>
            <a:ext cx="5181601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Results—personal confidence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18D6AE3-6F30-7BA0-B967-208A8AFCFC4C}"/>
              </a:ext>
            </a:extLst>
          </p:cNvPr>
          <p:cNvSpPr txBox="1"/>
          <p:nvPr/>
        </p:nvSpPr>
        <p:spPr>
          <a:xfrm>
            <a:off x="4800598" y="5716750"/>
            <a:ext cx="2590801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personal confidence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2C188EE-D4BF-451A-B9E7-0887FA1B0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931" y="1489516"/>
            <a:ext cx="2726793" cy="264783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9C57D30-5C1C-57E4-B0EF-D68C7EF02172}"/>
              </a:ext>
            </a:extLst>
          </p:cNvPr>
          <p:cNvSpPr txBox="1"/>
          <p:nvPr/>
        </p:nvSpPr>
        <p:spPr>
          <a:xfrm>
            <a:off x="2209610" y="4204900"/>
            <a:ext cx="3385044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Roboto" panose="02000000000000000000" pitchFamily="2" charset="0"/>
              </a:rPr>
              <a:t>increase personal accuracy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DEEF5D-3512-9DAB-C035-683277E4C8F7}"/>
              </a:ext>
            </a:extLst>
          </p:cNvPr>
          <p:cNvSpPr txBox="1"/>
          <p:nvPr/>
        </p:nvSpPr>
        <p:spPr>
          <a:xfrm>
            <a:off x="7378275" y="4204900"/>
            <a:ext cx="1563755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Roboto" panose="02000000000000000000" pitchFamily="2" charset="0"/>
              </a:rPr>
              <a:t>decrease rt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8A29D97-33D5-4C0D-E516-2F1A632B3507}"/>
              </a:ext>
            </a:extLst>
          </p:cNvPr>
          <p:cNvCxnSpPr>
            <a:stCxn id="17" idx="0"/>
            <a:endCxn id="19" idx="2"/>
          </p:cNvCxnSpPr>
          <p:nvPr/>
        </p:nvCxnSpPr>
        <p:spPr>
          <a:xfrm flipH="1" flipV="1">
            <a:off x="3902132" y="4707602"/>
            <a:ext cx="2193867" cy="10091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586815E-6E38-C90D-6182-6864372209C5}"/>
              </a:ext>
            </a:extLst>
          </p:cNvPr>
          <p:cNvCxnSpPr>
            <a:cxnSpLocks/>
            <a:stCxn id="17" idx="0"/>
            <a:endCxn id="21" idx="2"/>
          </p:cNvCxnSpPr>
          <p:nvPr/>
        </p:nvCxnSpPr>
        <p:spPr>
          <a:xfrm flipV="1">
            <a:off x="6095999" y="4707602"/>
            <a:ext cx="2064154" cy="10091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E14B616C-1664-250E-F4AE-52A0EC0A2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48" y="1579572"/>
            <a:ext cx="2796197" cy="25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8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22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8" y="638548"/>
            <a:ext cx="5181601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Results—personal confidence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2C188EE-D4BF-451A-B9E7-0887FA1B0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888" y="1489517"/>
            <a:ext cx="2726793" cy="2647831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02C5FB81-5664-6348-31CF-A958C0E3B71B}"/>
              </a:ext>
            </a:extLst>
          </p:cNvPr>
          <p:cNvGrpSpPr/>
          <p:nvPr/>
        </p:nvGrpSpPr>
        <p:grpSpPr>
          <a:xfrm>
            <a:off x="1040567" y="4204901"/>
            <a:ext cx="6732420" cy="1827245"/>
            <a:chOff x="1040567" y="4204901"/>
            <a:chExt cx="6732420" cy="1827245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18D6AE3-6F30-7BA0-B967-208A8AFCFC4C}"/>
                </a:ext>
              </a:extLst>
            </p:cNvPr>
            <p:cNvSpPr txBox="1"/>
            <p:nvPr/>
          </p:nvSpPr>
          <p:spPr>
            <a:xfrm>
              <a:off x="3618431" y="5529444"/>
              <a:ext cx="2590801" cy="502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111111"/>
                  </a:solidFill>
                  <a:latin typeface="Roboto" panose="02000000000000000000" pitchFamily="2" charset="0"/>
                </a:rPr>
                <a:t>personal confidence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9C57D30-5C1C-57E4-B0EF-D68C7EF02172}"/>
                </a:ext>
              </a:extLst>
            </p:cNvPr>
            <p:cNvSpPr txBox="1"/>
            <p:nvPr/>
          </p:nvSpPr>
          <p:spPr>
            <a:xfrm>
              <a:off x="1040567" y="4204901"/>
              <a:ext cx="3385044" cy="502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FF0000"/>
                  </a:solidFill>
                  <a:latin typeface="Roboto" panose="02000000000000000000" pitchFamily="2" charset="0"/>
                </a:rPr>
                <a:t>increase personal accuracy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1DEEF5D-3512-9DAB-C035-683277E4C8F7}"/>
                </a:ext>
              </a:extLst>
            </p:cNvPr>
            <p:cNvSpPr txBox="1"/>
            <p:nvPr/>
          </p:nvSpPr>
          <p:spPr>
            <a:xfrm>
              <a:off x="6209232" y="4204901"/>
              <a:ext cx="1563755" cy="502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</a:rPr>
                <a:t>decrease rt</a:t>
              </a: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C8A29D97-33D5-4C0D-E516-2F1A632B3507}"/>
                </a:ext>
              </a:extLst>
            </p:cNvPr>
            <p:cNvCxnSpPr>
              <a:cxnSpLocks/>
              <a:stCxn id="17" idx="0"/>
              <a:endCxn id="19" idx="2"/>
            </p:cNvCxnSpPr>
            <p:nvPr/>
          </p:nvCxnSpPr>
          <p:spPr>
            <a:xfrm flipH="1" flipV="1">
              <a:off x="2733089" y="4707603"/>
              <a:ext cx="2180743" cy="82184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9586815E-6E38-C90D-6182-6864372209C5}"/>
                </a:ext>
              </a:extLst>
            </p:cNvPr>
            <p:cNvCxnSpPr>
              <a:cxnSpLocks/>
              <a:stCxn id="17" idx="0"/>
              <a:endCxn id="21" idx="2"/>
            </p:cNvCxnSpPr>
            <p:nvPr/>
          </p:nvCxnSpPr>
          <p:spPr>
            <a:xfrm flipV="1">
              <a:off x="4913832" y="4707603"/>
              <a:ext cx="2077278" cy="82184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E14B616C-1664-250E-F4AE-52A0EC0A2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305" y="1579573"/>
            <a:ext cx="2796197" cy="2557775"/>
          </a:xfrm>
          <a:prstGeom prst="rect">
            <a:avLst/>
          </a:prstGeom>
        </p:spPr>
      </p:pic>
      <p:sp>
        <p:nvSpPr>
          <p:cNvPr id="4" name="箭头: 右弧形 3">
            <a:extLst>
              <a:ext uri="{FF2B5EF4-FFF2-40B4-BE49-F238E27FC236}">
                <a16:creationId xmlns:a16="http://schemas.microsoft.com/office/drawing/2014/main" id="{9FF3A752-6B78-688E-3905-A426D3D8483F}"/>
              </a:ext>
            </a:extLst>
          </p:cNvPr>
          <p:cNvSpPr/>
          <p:nvPr/>
        </p:nvSpPr>
        <p:spPr>
          <a:xfrm>
            <a:off x="8604607" y="2317550"/>
            <a:ext cx="2579037" cy="3472405"/>
          </a:xfrm>
          <a:prstGeom prst="curved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Self-organization</a:t>
            </a:r>
            <a:endParaRPr lang="zh-CN" altLang="en-US" sz="24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082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23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8" y="638548"/>
            <a:ext cx="5181601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Results — social choice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9C57D30-5C1C-57E4-B0EF-D68C7EF02172}"/>
              </a:ext>
            </a:extLst>
          </p:cNvPr>
          <p:cNvSpPr txBox="1"/>
          <p:nvPr/>
        </p:nvSpPr>
        <p:spPr>
          <a:xfrm>
            <a:off x="7064893" y="4293787"/>
            <a:ext cx="281382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Roboto" panose="02000000000000000000" pitchFamily="2" charset="0"/>
              </a:rPr>
              <a:t>increase improvement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DEEF5D-3512-9DAB-C035-683277E4C8F7}"/>
              </a:ext>
            </a:extLst>
          </p:cNvPr>
          <p:cNvSpPr txBox="1"/>
          <p:nvPr/>
        </p:nvSpPr>
        <p:spPr>
          <a:xfrm>
            <a:off x="2285974" y="4354218"/>
            <a:ext cx="281382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Roboto" panose="02000000000000000000" pitchFamily="2" charset="0"/>
              </a:rPr>
              <a:t>decrease improvement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8A29D97-33D5-4C0D-E516-2F1A632B3507}"/>
              </a:ext>
            </a:extLst>
          </p:cNvPr>
          <p:cNvCxnSpPr>
            <a:cxnSpLocks/>
            <a:stCxn id="45" idx="3"/>
            <a:endCxn id="19" idx="2"/>
          </p:cNvCxnSpPr>
          <p:nvPr/>
        </p:nvCxnSpPr>
        <p:spPr>
          <a:xfrm flipV="1">
            <a:off x="7458335" y="4796489"/>
            <a:ext cx="1013468" cy="7568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490947A-8BDE-5EFA-24CB-5E60944A4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668" y="1435692"/>
            <a:ext cx="2979093" cy="29909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09D5553-F790-190F-79AB-96229679D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949" y="1435693"/>
            <a:ext cx="3111528" cy="2990961"/>
          </a:xfrm>
          <a:prstGeom prst="rect">
            <a:avLst/>
          </a:prstGeom>
        </p:spPr>
      </p:pic>
      <p:grpSp>
        <p:nvGrpSpPr>
          <p:cNvPr id="46" name="组合 45">
            <a:extLst>
              <a:ext uri="{FF2B5EF4-FFF2-40B4-BE49-F238E27FC236}">
                <a16:creationId xmlns:a16="http://schemas.microsoft.com/office/drawing/2014/main" id="{07ED0C09-F118-986A-F469-53DD60566F51}"/>
              </a:ext>
            </a:extLst>
          </p:cNvPr>
          <p:cNvGrpSpPr/>
          <p:nvPr/>
        </p:nvGrpSpPr>
        <p:grpSpPr>
          <a:xfrm>
            <a:off x="4495216" y="4784483"/>
            <a:ext cx="2963119" cy="1537672"/>
            <a:chOff x="2651901" y="4691735"/>
            <a:chExt cx="2963119" cy="1537672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A26FFFBB-034E-AF80-EC43-C26760CC41ED}"/>
                </a:ext>
              </a:extLst>
            </p:cNvPr>
            <p:cNvSpPr/>
            <p:nvPr/>
          </p:nvSpPr>
          <p:spPr>
            <a:xfrm>
              <a:off x="2651901" y="4691735"/>
              <a:ext cx="2963119" cy="153767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altLang="zh-CN" dirty="0"/>
                <a:t>Self-organization</a:t>
              </a:r>
              <a:endParaRPr lang="zh-CN" altLang="en-US" dirty="0"/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9B34F9F4-915D-82D3-64D1-CD4D9C3E0BE9}"/>
                </a:ext>
              </a:extLst>
            </p:cNvPr>
            <p:cNvGrpSpPr/>
            <p:nvPr/>
          </p:nvGrpSpPr>
          <p:grpSpPr>
            <a:xfrm>
              <a:off x="2975903" y="4752418"/>
              <a:ext cx="2125394" cy="1041476"/>
              <a:chOff x="2832380" y="4762781"/>
              <a:chExt cx="2764289" cy="1194914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0CD8F78-BCB7-B294-B883-85CE83BCFBD5}"/>
                  </a:ext>
                </a:extLst>
              </p:cNvPr>
              <p:cNvSpPr txBox="1"/>
              <p:nvPr/>
            </p:nvSpPr>
            <p:spPr>
              <a:xfrm>
                <a:off x="3618431" y="5529444"/>
                <a:ext cx="1589745" cy="428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111111"/>
                    </a:solidFill>
                    <a:latin typeface="Roboto" panose="02000000000000000000" pitchFamily="2" charset="0"/>
                  </a:rPr>
                  <a:t>confidence</a:t>
                </a: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993EF14-28CA-6E22-F6DE-672DC7D77571}"/>
                  </a:ext>
                </a:extLst>
              </p:cNvPr>
              <p:cNvSpPr txBox="1"/>
              <p:nvPr/>
            </p:nvSpPr>
            <p:spPr>
              <a:xfrm>
                <a:off x="2832380" y="4766289"/>
                <a:ext cx="1761309" cy="478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FF0000"/>
                    </a:solidFill>
                    <a:latin typeface="Roboto" panose="02000000000000000000" pitchFamily="2" charset="0"/>
                  </a:rPr>
                  <a:t>Accuracy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Roboto" panose="02000000000000000000" pitchFamily="2" charset="0"/>
                  </a:rPr>
                  <a:t>↑</a:t>
                </a:r>
                <a:endParaRPr lang="en-US" altLang="zh-CN" sz="1600" dirty="0">
                  <a:solidFill>
                    <a:srgbClr val="FF0000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23691CA-44B2-90F1-1999-661830E93C9F}"/>
                  </a:ext>
                </a:extLst>
              </p:cNvPr>
              <p:cNvSpPr txBox="1"/>
              <p:nvPr/>
            </p:nvSpPr>
            <p:spPr>
              <a:xfrm>
                <a:off x="4702324" y="4762781"/>
                <a:ext cx="894345" cy="482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chemeClr val="accent6">
                        <a:lumMod val="50000"/>
                      </a:schemeClr>
                    </a:solidFill>
                    <a:latin typeface="Roboto" panose="02000000000000000000" pitchFamily="2" charset="0"/>
                  </a:rPr>
                  <a:t>Rt</a:t>
                </a:r>
                <a:r>
                  <a:rPr lang="zh-CN" altLang="en-US" sz="1600" dirty="0">
                    <a:solidFill>
                      <a:schemeClr val="accent6">
                        <a:lumMod val="50000"/>
                      </a:schemeClr>
                    </a:solidFill>
                    <a:latin typeface="Roboto" panose="02000000000000000000" pitchFamily="2" charset="0"/>
                  </a:rPr>
                  <a:t>↓</a:t>
                </a:r>
                <a:endParaRPr lang="en-US" altLang="zh-CN" sz="16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</a:endParaRPr>
              </a:p>
            </p:txBody>
          </p: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F83F2F85-5FFC-E701-A237-0D07DA465346}"/>
                  </a:ext>
                </a:extLst>
              </p:cNvPr>
              <p:cNvCxnSpPr>
                <a:cxnSpLocks/>
                <a:stCxn id="30" idx="0"/>
                <a:endCxn id="31" idx="2"/>
              </p:cNvCxnSpPr>
              <p:nvPr/>
            </p:nvCxnSpPr>
            <p:spPr>
              <a:xfrm flipH="1" flipV="1">
                <a:off x="3713035" y="5245136"/>
                <a:ext cx="700268" cy="2843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C087ABB7-8208-FF37-5F9C-6148A00F6352}"/>
                  </a:ext>
                </a:extLst>
              </p:cNvPr>
              <p:cNvCxnSpPr>
                <a:cxnSpLocks/>
                <a:stCxn id="30" idx="0"/>
                <a:endCxn id="32" idx="2"/>
              </p:cNvCxnSpPr>
              <p:nvPr/>
            </p:nvCxnSpPr>
            <p:spPr>
              <a:xfrm flipV="1">
                <a:off x="4413303" y="5245379"/>
                <a:ext cx="736193" cy="28406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586815E-6E38-C90D-6182-6864372209C5}"/>
              </a:ext>
            </a:extLst>
          </p:cNvPr>
          <p:cNvCxnSpPr>
            <a:cxnSpLocks/>
            <a:stCxn id="30" idx="1"/>
            <a:endCxn id="21" idx="2"/>
          </p:cNvCxnSpPr>
          <p:nvPr/>
        </p:nvCxnSpPr>
        <p:spPr>
          <a:xfrm flipH="1" flipV="1">
            <a:off x="3692884" y="4856920"/>
            <a:ext cx="1730709" cy="8430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032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24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8" y="638548"/>
            <a:ext cx="5181601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Results — social choice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9E9747-4B24-BF0F-68F6-92DDCC4C6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1461674"/>
            <a:ext cx="3353500" cy="329201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FB7A137-11D5-1AA2-0641-42E456A92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532" y="1461674"/>
            <a:ext cx="6634120" cy="3317060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43BA73E7-E3EE-82DA-1631-5595F5A18217}"/>
              </a:ext>
            </a:extLst>
          </p:cNvPr>
          <p:cNvGrpSpPr/>
          <p:nvPr/>
        </p:nvGrpSpPr>
        <p:grpSpPr>
          <a:xfrm>
            <a:off x="1484580" y="4658336"/>
            <a:ext cx="6630719" cy="1723697"/>
            <a:chOff x="1528787" y="4180065"/>
            <a:chExt cx="6630719" cy="1904938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C00D32E-5BEC-47DE-CAE4-6D4A470DEB25}"/>
                </a:ext>
              </a:extLst>
            </p:cNvPr>
            <p:cNvSpPr txBox="1"/>
            <p:nvPr/>
          </p:nvSpPr>
          <p:spPr>
            <a:xfrm>
              <a:off x="3618431" y="5529444"/>
              <a:ext cx="2590801" cy="5555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111111"/>
                  </a:solidFill>
                  <a:latin typeface="Roboto" panose="02000000000000000000" pitchFamily="2" charset="0"/>
                </a:rPr>
                <a:t>Information cascade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71E0B2A-6435-B56E-15EE-6D29D4B96ACA}"/>
                </a:ext>
              </a:extLst>
            </p:cNvPr>
            <p:cNvSpPr txBox="1"/>
            <p:nvPr/>
          </p:nvSpPr>
          <p:spPr>
            <a:xfrm>
              <a:off x="1528787" y="4180065"/>
              <a:ext cx="3385044" cy="5555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FF0000"/>
                  </a:solidFill>
                  <a:latin typeface="Roboto" panose="02000000000000000000" pitchFamily="2" charset="0"/>
                </a:rPr>
                <a:t>increase accuracy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3803291-1EC0-E55B-0DF7-CE1171B9C12B}"/>
                </a:ext>
              </a:extLst>
            </p:cNvPr>
            <p:cNvSpPr txBox="1"/>
            <p:nvPr/>
          </p:nvSpPr>
          <p:spPr>
            <a:xfrm>
              <a:off x="5809305" y="4210772"/>
              <a:ext cx="2350201" cy="5555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FF0000"/>
                  </a:solidFill>
                  <a:latin typeface="Roboto" panose="02000000000000000000" pitchFamily="2" charset="0"/>
                </a:rPr>
                <a:t>increase change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A2D09A5F-53FD-4820-D63C-E23B2D21DE04}"/>
                </a:ext>
              </a:extLst>
            </p:cNvPr>
            <p:cNvCxnSpPr>
              <a:cxnSpLocks/>
              <a:stCxn id="19" idx="0"/>
              <a:endCxn id="20" idx="2"/>
            </p:cNvCxnSpPr>
            <p:nvPr/>
          </p:nvCxnSpPr>
          <p:spPr>
            <a:xfrm flipH="1" flipV="1">
              <a:off x="3221309" y="4735624"/>
              <a:ext cx="1692523" cy="79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1DC3B693-7910-328A-76E5-789747FEB2A2}"/>
                </a:ext>
              </a:extLst>
            </p:cNvPr>
            <p:cNvCxnSpPr>
              <a:cxnSpLocks/>
              <a:stCxn id="19" idx="0"/>
              <a:endCxn id="21" idx="2"/>
            </p:cNvCxnSpPr>
            <p:nvPr/>
          </p:nvCxnSpPr>
          <p:spPr>
            <a:xfrm flipV="1">
              <a:off x="4913832" y="4766332"/>
              <a:ext cx="2070574" cy="76311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D307CCDC-3846-ABB1-8120-DC38219214F7}"/>
              </a:ext>
            </a:extLst>
          </p:cNvPr>
          <p:cNvSpPr txBox="1"/>
          <p:nvPr/>
        </p:nvSpPr>
        <p:spPr>
          <a:xfrm>
            <a:off x="9010772" y="4740484"/>
            <a:ext cx="2590801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Roboto" panose="02000000000000000000" pitchFamily="2" charset="0"/>
              </a:rPr>
              <a:t>Wait for </a:t>
            </a:r>
            <a:br>
              <a:rPr lang="en-US" altLang="zh-CN" sz="2000" dirty="0">
                <a:solidFill>
                  <a:srgbClr val="FF0000"/>
                </a:solidFill>
                <a:latin typeface="Roboto" panose="02000000000000000000" pitchFamily="2" charset="0"/>
              </a:rPr>
            </a:br>
            <a:r>
              <a:rPr lang="en-US" altLang="zh-CN" sz="2000" dirty="0">
                <a:solidFill>
                  <a:srgbClr val="FF0000"/>
                </a:solidFill>
                <a:latin typeface="Roboto" panose="02000000000000000000" pitchFamily="2" charset="0"/>
              </a:rPr>
              <a:t>increasing accuracy</a:t>
            </a: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D24A53B8-DD42-02B4-90A9-82BD35C4335E}"/>
              </a:ext>
            </a:extLst>
          </p:cNvPr>
          <p:cNvCxnSpPr>
            <a:stCxn id="19" idx="3"/>
            <a:endCxn id="29" idx="1"/>
          </p:cNvCxnSpPr>
          <p:nvPr/>
        </p:nvCxnSpPr>
        <p:spPr>
          <a:xfrm flipV="1">
            <a:off x="6165025" y="5222668"/>
            <a:ext cx="2845747" cy="90801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258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25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8" y="638548"/>
            <a:ext cx="5181601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Results — behavior implication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68134E-E76D-84F1-29D1-897E762E879A}"/>
              </a:ext>
            </a:extLst>
          </p:cNvPr>
          <p:cNvSpPr txBox="1"/>
          <p:nvPr/>
        </p:nvSpPr>
        <p:spPr>
          <a:xfrm>
            <a:off x="1463040" y="1906066"/>
            <a:ext cx="8455512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The preliminary conclusion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Personal confidence leads to optimal decision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The social group decision-making leads to optimal decision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Individual depends on the self-organization to help group decision-making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Information cascade seems to bring more positive effect</a:t>
            </a:r>
          </a:p>
        </p:txBody>
      </p:sp>
    </p:spTree>
    <p:extLst>
      <p:ext uri="{BB962C8B-B14F-4D97-AF65-F5344CB8AC3E}">
        <p14:creationId xmlns:p14="http://schemas.microsoft.com/office/powerpoint/2010/main" val="3321125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26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399011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Results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18D6AE3-6F30-7BA0-B967-208A8AFCFC4C}"/>
              </a:ext>
            </a:extLst>
          </p:cNvPr>
          <p:cNvSpPr txBox="1"/>
          <p:nvPr/>
        </p:nvSpPr>
        <p:spPr>
          <a:xfrm>
            <a:off x="914399" y="1561821"/>
            <a:ext cx="4732297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Model comparison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start point on confidence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drift toward the correct option or initially chosen option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drift toward the option favored by the majority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fitted the parameters separately for each group size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91305BE-6E8B-B123-F05C-CF467830E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96642"/>
            <a:ext cx="4741390" cy="3664713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幻灯片缩放定位 3">
                <a:extLst>
                  <a:ext uri="{FF2B5EF4-FFF2-40B4-BE49-F238E27FC236}">
                    <a16:creationId xmlns:a16="http://schemas.microsoft.com/office/drawing/2014/main" id="{9FB7C6A2-0F75-B2E1-01E0-E6894C6456D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3690508"/>
                  </p:ext>
                </p:extLst>
              </p:nvPr>
            </p:nvGraphicFramePr>
            <p:xfrm>
              <a:off x="9605586" y="382075"/>
              <a:ext cx="2281614" cy="1283408"/>
            </p:xfrm>
            <a:graphic>
              <a:graphicData uri="http://schemas.microsoft.com/office/powerpoint/2016/slidezoom">
                <pslz:sldZm>
                  <pslz:sldZmObj sldId="385" cId="182618199">
                    <pslz:zmPr id="{7770DEB5-9A7B-4A45-9015-17DB749C64E4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1614" cy="12834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幻灯片缩放定位 3">
                <a:extLst>
                  <a:ext uri="{FF2B5EF4-FFF2-40B4-BE49-F238E27FC236}">
                    <a16:creationId xmlns:a16="http://schemas.microsoft.com/office/drawing/2014/main" id="{9FB7C6A2-0F75-B2E1-01E0-E6894C6456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05586" y="382075"/>
                <a:ext cx="2281614" cy="128340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1725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27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570632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Results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with confidence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18D6AE3-6F30-7BA0-B967-208A8AFCFC4C}"/>
              </a:ext>
            </a:extLst>
          </p:cNvPr>
          <p:cNvSpPr txBox="1"/>
          <p:nvPr/>
        </p:nvSpPr>
        <p:spPr>
          <a:xfrm>
            <a:off x="1363703" y="2211217"/>
            <a:ext cx="4732297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Individuals who reported higher confidence in the (in)correct option started closer to the threshold of the (in)correct option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1275720-1FEE-9973-C6B7-6C91045EF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605" y="1379451"/>
            <a:ext cx="3604572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66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28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5775768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Results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with group size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18D6AE3-6F30-7BA0-B967-208A8AFCFC4C}"/>
              </a:ext>
            </a:extLst>
          </p:cNvPr>
          <p:cNvSpPr txBox="1"/>
          <p:nvPr/>
        </p:nvSpPr>
        <p:spPr>
          <a:xfrm>
            <a:off x="1351629" y="4481076"/>
            <a:ext cx="9042437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The larger the majority favoring an option, the more strongly participants drifted toward that option.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Threshold did not differ between group sizes.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22FA5E-D232-E04D-9533-0E5ADE42E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838" y="1769659"/>
            <a:ext cx="2577547" cy="25151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D487D0E-191F-1BA4-7A54-177764DAC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940" y="1769659"/>
            <a:ext cx="2577547" cy="25608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3819831-362C-97D0-CAA1-DEC2D850E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629" y="1769659"/>
            <a:ext cx="2450654" cy="244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547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>
            <a:cxnSpLocks/>
          </p:cNvCxnSpPr>
          <p:nvPr/>
        </p:nvCxnSpPr>
        <p:spPr>
          <a:xfrm>
            <a:off x="718457" y="1170611"/>
            <a:ext cx="9490550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29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9369912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Wait…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Can we emulate and predict group behavior?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18D6AE3-6F30-7BA0-B967-208A8AFCFC4C}"/>
              </a:ext>
            </a:extLst>
          </p:cNvPr>
          <p:cNvSpPr txBox="1"/>
          <p:nvPr/>
        </p:nvSpPr>
        <p:spPr>
          <a:xfrm>
            <a:off x="3217720" y="2091881"/>
            <a:ext cx="7969826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We could use ABS (Agent-Based Simulation) methods to predict group behavior.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ABS could explore the interactions (cascade information) between agents and their impact on their surroundings.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ABS could render some unprecedent results.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217BF8B-E729-0A70-3BF9-644B4C4E0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454" y="231406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9430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30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Results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with simulation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18D6AE3-6F30-7BA0-B967-208A8AFCFC4C}"/>
              </a:ext>
            </a:extLst>
          </p:cNvPr>
          <p:cNvSpPr txBox="1"/>
          <p:nvPr/>
        </p:nvSpPr>
        <p:spPr>
          <a:xfrm>
            <a:off x="914399" y="1599776"/>
            <a:ext cx="4732297" cy="5032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11111"/>
                </a:solidFill>
                <a:latin typeface="Roboto" panose="02000000000000000000" pitchFamily="2" charset="0"/>
              </a:rPr>
              <a:t>Agent-based simulation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1111"/>
                </a:solidFill>
                <a:latin typeface="Roboto" panose="02000000000000000000" pitchFamily="2" charset="0"/>
              </a:rPr>
              <a:t>simulated a group of 10 agents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1111"/>
                </a:solidFill>
                <a:latin typeface="Roboto" panose="02000000000000000000" pitchFamily="2" charset="0"/>
              </a:rPr>
              <a:t>agents’ behavior was parameterized using the mean posterior estimates of medium-sized groups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11111"/>
                </a:solidFill>
                <a:latin typeface="Roboto" panose="02000000000000000000" pitchFamily="2" charset="0"/>
              </a:rPr>
              <a:t>three key 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1111"/>
                </a:solidFill>
                <a:latin typeface="Roboto" panose="02000000000000000000" pitchFamily="2" charset="0"/>
              </a:rPr>
              <a:t>self-organization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1111"/>
                </a:solidFill>
                <a:latin typeface="Roboto" panose="02000000000000000000" pitchFamily="2" charset="0"/>
              </a:rPr>
              <a:t>agents’ personal accuracy by assigning 30, 50, or 70%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1111"/>
                </a:solidFill>
                <a:latin typeface="Roboto" panose="02000000000000000000" pitchFamily="2" charset="0"/>
              </a:rPr>
              <a:t>low, intermediate, or high choice threshold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11111"/>
              </a:solidFill>
              <a:latin typeface="Roboto" panose="02000000000000000000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D50892-DD30-6FC0-39F6-1EB6F2EAF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468" y="2285485"/>
            <a:ext cx="6326597" cy="297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14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31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Results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with simulation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D50892-DD30-6FC0-39F6-1EB6F2EAF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963" y="1593727"/>
            <a:ext cx="6978839" cy="32792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D659FA3-F60E-8994-833F-4DD55FCD4526}"/>
              </a:ext>
            </a:extLst>
          </p:cNvPr>
          <p:cNvSpPr txBox="1"/>
          <p:nvPr/>
        </p:nvSpPr>
        <p:spPr>
          <a:xfrm>
            <a:off x="1895639" y="4906299"/>
            <a:ext cx="9042437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Waiting more time get higher improvement.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111111"/>
              </a:solidFill>
              <a:latin typeface="Roboto" panose="02000000000000000000" pitchFamily="2" charset="0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E8EA8291-FA60-9E56-5841-536608C95C98}"/>
              </a:ext>
            </a:extLst>
          </p:cNvPr>
          <p:cNvSpPr/>
          <p:nvPr/>
        </p:nvSpPr>
        <p:spPr>
          <a:xfrm>
            <a:off x="2387963" y="1592498"/>
            <a:ext cx="6978840" cy="3279205"/>
          </a:xfrm>
          <a:custGeom>
            <a:avLst/>
            <a:gdLst>
              <a:gd name="connsiteX0" fmla="*/ 2344494 w 6978840"/>
              <a:gd name="connsiteY0" fmla="*/ 570977 h 3279205"/>
              <a:gd name="connsiteX1" fmla="*/ 797773 w 6978840"/>
              <a:gd name="connsiteY1" fmla="*/ 1021171 h 3279205"/>
              <a:gd name="connsiteX2" fmla="*/ 868809 w 6978840"/>
              <a:gd name="connsiteY2" fmla="*/ 1265229 h 3279205"/>
              <a:gd name="connsiteX3" fmla="*/ 2415531 w 6978840"/>
              <a:gd name="connsiteY3" fmla="*/ 815036 h 3279205"/>
              <a:gd name="connsiteX4" fmla="*/ 0 w 6978840"/>
              <a:gd name="connsiteY4" fmla="*/ 0 h 3279205"/>
              <a:gd name="connsiteX5" fmla="*/ 6978840 w 6978840"/>
              <a:gd name="connsiteY5" fmla="*/ 0 h 3279205"/>
              <a:gd name="connsiteX6" fmla="*/ 6978840 w 6978840"/>
              <a:gd name="connsiteY6" fmla="*/ 3279205 h 3279205"/>
              <a:gd name="connsiteX7" fmla="*/ 0 w 6978840"/>
              <a:gd name="connsiteY7" fmla="*/ 3279205 h 327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78840" h="3279205">
                <a:moveTo>
                  <a:pt x="2344494" y="570977"/>
                </a:moveTo>
                <a:lnTo>
                  <a:pt x="797773" y="1021171"/>
                </a:lnTo>
                <a:lnTo>
                  <a:pt x="868809" y="1265229"/>
                </a:lnTo>
                <a:lnTo>
                  <a:pt x="2415531" y="815036"/>
                </a:lnTo>
                <a:close/>
                <a:moveTo>
                  <a:pt x="0" y="0"/>
                </a:moveTo>
                <a:lnTo>
                  <a:pt x="6978840" y="0"/>
                </a:lnTo>
                <a:lnTo>
                  <a:pt x="6978840" y="3279205"/>
                </a:lnTo>
                <a:lnTo>
                  <a:pt x="0" y="3279205"/>
                </a:lnTo>
                <a:close/>
              </a:path>
            </a:pathLst>
          </a:cu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127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32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Results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with simulation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D50892-DD30-6FC0-39F6-1EB6F2EAF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963" y="1593727"/>
            <a:ext cx="6978839" cy="32792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D659FA3-F60E-8994-833F-4DD55FCD4526}"/>
              </a:ext>
            </a:extLst>
          </p:cNvPr>
          <p:cNvSpPr txBox="1"/>
          <p:nvPr/>
        </p:nvSpPr>
        <p:spPr>
          <a:xfrm>
            <a:off x="1895639" y="4906299"/>
            <a:ext cx="9042437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Waiting more time get higher improvement.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Those who judge with more uncertainty get higher improvement. </a:t>
            </a: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4B5B5CE5-398A-2080-2472-2D88A6783D4C}"/>
              </a:ext>
            </a:extLst>
          </p:cNvPr>
          <p:cNvSpPr/>
          <p:nvPr/>
        </p:nvSpPr>
        <p:spPr>
          <a:xfrm>
            <a:off x="2387963" y="1592498"/>
            <a:ext cx="6978840" cy="3279205"/>
          </a:xfrm>
          <a:custGeom>
            <a:avLst/>
            <a:gdLst>
              <a:gd name="connsiteX0" fmla="*/ 6874488 w 6978840"/>
              <a:gd name="connsiteY0" fmla="*/ 1058439 h 3279205"/>
              <a:gd name="connsiteX1" fmla="*/ 5311377 w 6978840"/>
              <a:gd name="connsiteY1" fmla="*/ 1447931 h 3279205"/>
              <a:gd name="connsiteX2" fmla="*/ 5372835 w 6978840"/>
              <a:gd name="connsiteY2" fmla="*/ 1694575 h 3279205"/>
              <a:gd name="connsiteX3" fmla="*/ 6935946 w 6978840"/>
              <a:gd name="connsiteY3" fmla="*/ 1305083 h 3279205"/>
              <a:gd name="connsiteX4" fmla="*/ 2344494 w 6978840"/>
              <a:gd name="connsiteY4" fmla="*/ 570977 h 3279205"/>
              <a:gd name="connsiteX5" fmla="*/ 797773 w 6978840"/>
              <a:gd name="connsiteY5" fmla="*/ 1021171 h 3279205"/>
              <a:gd name="connsiteX6" fmla="*/ 868809 w 6978840"/>
              <a:gd name="connsiteY6" fmla="*/ 1265229 h 3279205"/>
              <a:gd name="connsiteX7" fmla="*/ 2415531 w 6978840"/>
              <a:gd name="connsiteY7" fmla="*/ 815036 h 3279205"/>
              <a:gd name="connsiteX8" fmla="*/ 4399580 w 6978840"/>
              <a:gd name="connsiteY8" fmla="*/ 304872 h 3279205"/>
              <a:gd name="connsiteX9" fmla="*/ 3023292 w 6978840"/>
              <a:gd name="connsiteY9" fmla="*/ 1142041 h 3279205"/>
              <a:gd name="connsiteX10" fmla="*/ 3155389 w 6978840"/>
              <a:gd name="connsiteY10" fmla="*/ 1359206 h 3279205"/>
              <a:gd name="connsiteX11" fmla="*/ 4531678 w 6978840"/>
              <a:gd name="connsiteY11" fmla="*/ 522038 h 3279205"/>
              <a:gd name="connsiteX12" fmla="*/ 0 w 6978840"/>
              <a:gd name="connsiteY12" fmla="*/ 0 h 3279205"/>
              <a:gd name="connsiteX13" fmla="*/ 6978840 w 6978840"/>
              <a:gd name="connsiteY13" fmla="*/ 0 h 3279205"/>
              <a:gd name="connsiteX14" fmla="*/ 6978840 w 6978840"/>
              <a:gd name="connsiteY14" fmla="*/ 3279205 h 3279205"/>
              <a:gd name="connsiteX15" fmla="*/ 0 w 6978840"/>
              <a:gd name="connsiteY15" fmla="*/ 3279205 h 327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978840" h="3279205">
                <a:moveTo>
                  <a:pt x="6874488" y="1058439"/>
                </a:moveTo>
                <a:lnTo>
                  <a:pt x="5311377" y="1447931"/>
                </a:lnTo>
                <a:lnTo>
                  <a:pt x="5372835" y="1694575"/>
                </a:lnTo>
                <a:lnTo>
                  <a:pt x="6935946" y="1305083"/>
                </a:lnTo>
                <a:close/>
                <a:moveTo>
                  <a:pt x="2344494" y="570977"/>
                </a:moveTo>
                <a:lnTo>
                  <a:pt x="797773" y="1021171"/>
                </a:lnTo>
                <a:lnTo>
                  <a:pt x="868809" y="1265229"/>
                </a:lnTo>
                <a:lnTo>
                  <a:pt x="2415531" y="815036"/>
                </a:lnTo>
                <a:close/>
                <a:moveTo>
                  <a:pt x="4399580" y="304872"/>
                </a:moveTo>
                <a:lnTo>
                  <a:pt x="3023292" y="1142041"/>
                </a:lnTo>
                <a:lnTo>
                  <a:pt x="3155389" y="1359206"/>
                </a:lnTo>
                <a:lnTo>
                  <a:pt x="4531678" y="522038"/>
                </a:lnTo>
                <a:close/>
                <a:moveTo>
                  <a:pt x="0" y="0"/>
                </a:moveTo>
                <a:lnTo>
                  <a:pt x="6978840" y="0"/>
                </a:lnTo>
                <a:lnTo>
                  <a:pt x="6978840" y="3279205"/>
                </a:lnTo>
                <a:lnTo>
                  <a:pt x="0" y="3279205"/>
                </a:lnTo>
                <a:close/>
              </a:path>
            </a:pathLst>
          </a:cu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795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33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Results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with simulation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D50892-DD30-6FC0-39F6-1EB6F2EAF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963" y="1593727"/>
            <a:ext cx="6978839" cy="32792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D659FA3-F60E-8994-833F-4DD55FCD4526}"/>
              </a:ext>
            </a:extLst>
          </p:cNvPr>
          <p:cNvSpPr txBox="1"/>
          <p:nvPr/>
        </p:nvSpPr>
        <p:spPr>
          <a:xfrm>
            <a:off x="1895639" y="4906299"/>
            <a:ext cx="9042437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Self-organization prompt improvement. </a:t>
            </a: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45A84CC-5EB2-A662-ABA3-D2075B432F0D}"/>
              </a:ext>
            </a:extLst>
          </p:cNvPr>
          <p:cNvSpPr/>
          <p:nvPr/>
        </p:nvSpPr>
        <p:spPr>
          <a:xfrm>
            <a:off x="2387963" y="1592498"/>
            <a:ext cx="6978840" cy="3279205"/>
          </a:xfrm>
          <a:custGeom>
            <a:avLst/>
            <a:gdLst>
              <a:gd name="connsiteX0" fmla="*/ 672527 w 6978840"/>
              <a:gd name="connsiteY0" fmla="*/ 1941950 h 3279205"/>
              <a:gd name="connsiteX1" fmla="*/ 672527 w 6978840"/>
              <a:gd name="connsiteY1" fmla="*/ 2713284 h 3279205"/>
              <a:gd name="connsiteX2" fmla="*/ 2473404 w 6978840"/>
              <a:gd name="connsiteY2" fmla="*/ 2713284 h 3279205"/>
              <a:gd name="connsiteX3" fmla="*/ 2473404 w 6978840"/>
              <a:gd name="connsiteY3" fmla="*/ 1941950 h 3279205"/>
              <a:gd name="connsiteX4" fmla="*/ 1965696 w 6978840"/>
              <a:gd name="connsiteY4" fmla="*/ 595116 h 3279205"/>
              <a:gd name="connsiteX5" fmla="*/ 1965696 w 6978840"/>
              <a:gd name="connsiteY5" fmla="*/ 1746705 h 3279205"/>
              <a:gd name="connsiteX6" fmla="*/ 2230339 w 6978840"/>
              <a:gd name="connsiteY6" fmla="*/ 1746705 h 3279205"/>
              <a:gd name="connsiteX7" fmla="*/ 2230339 w 6978840"/>
              <a:gd name="connsiteY7" fmla="*/ 595116 h 3279205"/>
              <a:gd name="connsiteX8" fmla="*/ 0 w 6978840"/>
              <a:gd name="connsiteY8" fmla="*/ 0 h 3279205"/>
              <a:gd name="connsiteX9" fmla="*/ 6978840 w 6978840"/>
              <a:gd name="connsiteY9" fmla="*/ 0 h 3279205"/>
              <a:gd name="connsiteX10" fmla="*/ 6978840 w 6978840"/>
              <a:gd name="connsiteY10" fmla="*/ 3279205 h 3279205"/>
              <a:gd name="connsiteX11" fmla="*/ 0 w 6978840"/>
              <a:gd name="connsiteY11" fmla="*/ 3279205 h 327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978840" h="3279205">
                <a:moveTo>
                  <a:pt x="672527" y="1941950"/>
                </a:moveTo>
                <a:lnTo>
                  <a:pt x="672527" y="2713284"/>
                </a:lnTo>
                <a:lnTo>
                  <a:pt x="2473404" y="2713284"/>
                </a:lnTo>
                <a:lnTo>
                  <a:pt x="2473404" y="1941950"/>
                </a:lnTo>
                <a:close/>
                <a:moveTo>
                  <a:pt x="1965696" y="595116"/>
                </a:moveTo>
                <a:lnTo>
                  <a:pt x="1965696" y="1746705"/>
                </a:lnTo>
                <a:lnTo>
                  <a:pt x="2230339" y="1746705"/>
                </a:lnTo>
                <a:lnTo>
                  <a:pt x="2230339" y="595116"/>
                </a:lnTo>
                <a:close/>
                <a:moveTo>
                  <a:pt x="0" y="0"/>
                </a:moveTo>
                <a:lnTo>
                  <a:pt x="6978840" y="0"/>
                </a:lnTo>
                <a:lnTo>
                  <a:pt x="6978840" y="3279205"/>
                </a:lnTo>
                <a:lnTo>
                  <a:pt x="0" y="3279205"/>
                </a:lnTo>
                <a:close/>
              </a:path>
            </a:pathLst>
          </a:cu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152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34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Results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with simulation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D50892-DD30-6FC0-39F6-1EB6F2EAF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963" y="1593727"/>
            <a:ext cx="6978839" cy="32792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D659FA3-F60E-8994-833F-4DD55FCD4526}"/>
              </a:ext>
            </a:extLst>
          </p:cNvPr>
          <p:cNvSpPr txBox="1"/>
          <p:nvPr/>
        </p:nvSpPr>
        <p:spPr>
          <a:xfrm>
            <a:off x="1895639" y="4906299"/>
            <a:ext cx="9042437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Self-organization prompt improvement.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At the same time, self-organization lead to negative information cascades. 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3874F507-3D7E-C6F2-63E2-BF43E0A768C8}"/>
              </a:ext>
            </a:extLst>
          </p:cNvPr>
          <p:cNvSpPr/>
          <p:nvPr/>
        </p:nvSpPr>
        <p:spPr>
          <a:xfrm>
            <a:off x="2387963" y="1592498"/>
            <a:ext cx="6978840" cy="3279205"/>
          </a:xfrm>
          <a:custGeom>
            <a:avLst/>
            <a:gdLst>
              <a:gd name="connsiteX0" fmla="*/ 672527 w 6978840"/>
              <a:gd name="connsiteY0" fmla="*/ 1941950 h 3279205"/>
              <a:gd name="connsiteX1" fmla="*/ 672527 w 6978840"/>
              <a:gd name="connsiteY1" fmla="*/ 2713284 h 3279205"/>
              <a:gd name="connsiteX2" fmla="*/ 2473404 w 6978840"/>
              <a:gd name="connsiteY2" fmla="*/ 2713284 h 3279205"/>
              <a:gd name="connsiteX3" fmla="*/ 2473404 w 6978840"/>
              <a:gd name="connsiteY3" fmla="*/ 1941950 h 3279205"/>
              <a:gd name="connsiteX4" fmla="*/ 6443525 w 6978840"/>
              <a:gd name="connsiteY4" fmla="*/ 1092829 h 3279205"/>
              <a:gd name="connsiteX5" fmla="*/ 6443525 w 6978840"/>
              <a:gd name="connsiteY5" fmla="*/ 2504940 h 3279205"/>
              <a:gd name="connsiteX6" fmla="*/ 6721317 w 6978840"/>
              <a:gd name="connsiteY6" fmla="*/ 2504940 h 3279205"/>
              <a:gd name="connsiteX7" fmla="*/ 6721317 w 6978840"/>
              <a:gd name="connsiteY7" fmla="*/ 1092829 h 3279205"/>
              <a:gd name="connsiteX8" fmla="*/ 1965696 w 6978840"/>
              <a:gd name="connsiteY8" fmla="*/ 595116 h 3279205"/>
              <a:gd name="connsiteX9" fmla="*/ 1965696 w 6978840"/>
              <a:gd name="connsiteY9" fmla="*/ 1746705 h 3279205"/>
              <a:gd name="connsiteX10" fmla="*/ 2230339 w 6978840"/>
              <a:gd name="connsiteY10" fmla="*/ 1746705 h 3279205"/>
              <a:gd name="connsiteX11" fmla="*/ 2230339 w 6978840"/>
              <a:gd name="connsiteY11" fmla="*/ 595116 h 3279205"/>
              <a:gd name="connsiteX12" fmla="*/ 4198491 w 6978840"/>
              <a:gd name="connsiteY12" fmla="*/ 340313 h 3279205"/>
              <a:gd name="connsiteX13" fmla="*/ 4198491 w 6978840"/>
              <a:gd name="connsiteY13" fmla="*/ 2643835 h 3279205"/>
              <a:gd name="connsiteX14" fmla="*/ 4464252 w 6978840"/>
              <a:gd name="connsiteY14" fmla="*/ 2643835 h 3279205"/>
              <a:gd name="connsiteX15" fmla="*/ 4464252 w 6978840"/>
              <a:gd name="connsiteY15" fmla="*/ 340313 h 3279205"/>
              <a:gd name="connsiteX16" fmla="*/ 0 w 6978840"/>
              <a:gd name="connsiteY16" fmla="*/ 0 h 3279205"/>
              <a:gd name="connsiteX17" fmla="*/ 6978840 w 6978840"/>
              <a:gd name="connsiteY17" fmla="*/ 0 h 3279205"/>
              <a:gd name="connsiteX18" fmla="*/ 6978840 w 6978840"/>
              <a:gd name="connsiteY18" fmla="*/ 3279205 h 3279205"/>
              <a:gd name="connsiteX19" fmla="*/ 0 w 6978840"/>
              <a:gd name="connsiteY19" fmla="*/ 3279205 h 327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78840" h="3279205">
                <a:moveTo>
                  <a:pt x="672527" y="1941950"/>
                </a:moveTo>
                <a:lnTo>
                  <a:pt x="672527" y="2713284"/>
                </a:lnTo>
                <a:lnTo>
                  <a:pt x="2473404" y="2713284"/>
                </a:lnTo>
                <a:lnTo>
                  <a:pt x="2473404" y="1941950"/>
                </a:lnTo>
                <a:close/>
                <a:moveTo>
                  <a:pt x="6443525" y="1092829"/>
                </a:moveTo>
                <a:lnTo>
                  <a:pt x="6443525" y="2504940"/>
                </a:lnTo>
                <a:lnTo>
                  <a:pt x="6721317" y="2504940"/>
                </a:lnTo>
                <a:lnTo>
                  <a:pt x="6721317" y="1092829"/>
                </a:lnTo>
                <a:close/>
                <a:moveTo>
                  <a:pt x="1965696" y="595116"/>
                </a:moveTo>
                <a:lnTo>
                  <a:pt x="1965696" y="1746705"/>
                </a:lnTo>
                <a:lnTo>
                  <a:pt x="2230339" y="1746705"/>
                </a:lnTo>
                <a:lnTo>
                  <a:pt x="2230339" y="595116"/>
                </a:lnTo>
                <a:close/>
                <a:moveTo>
                  <a:pt x="4198491" y="340313"/>
                </a:moveTo>
                <a:lnTo>
                  <a:pt x="4198491" y="2643835"/>
                </a:lnTo>
                <a:lnTo>
                  <a:pt x="4464252" y="2643835"/>
                </a:lnTo>
                <a:lnTo>
                  <a:pt x="4464252" y="340313"/>
                </a:lnTo>
                <a:close/>
                <a:moveTo>
                  <a:pt x="0" y="0"/>
                </a:moveTo>
                <a:lnTo>
                  <a:pt x="6978840" y="0"/>
                </a:lnTo>
                <a:lnTo>
                  <a:pt x="6978840" y="3279205"/>
                </a:lnTo>
                <a:lnTo>
                  <a:pt x="0" y="3279205"/>
                </a:lnTo>
                <a:close/>
              </a:path>
            </a:pathLst>
          </a:cu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083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35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703529C8-3886-DCCF-CCC1-269539DDDE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4785369"/>
              </p:ext>
            </p:extLst>
          </p:nvPr>
        </p:nvGraphicFramePr>
        <p:xfrm>
          <a:off x="1863984" y="39464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DD3EE405-4799-DF5D-9E3B-FDB514D9275F}"/>
              </a:ext>
            </a:extLst>
          </p:cNvPr>
          <p:cNvSpPr txBox="1"/>
          <p:nvPr/>
        </p:nvSpPr>
        <p:spPr>
          <a:xfrm>
            <a:off x="85341" y="5813527"/>
            <a:ext cx="12106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effectLst/>
              </a:rPr>
              <a:t>Poel, W., Daniels, B. C., </a:t>
            </a:r>
            <a:r>
              <a:rPr lang="en-US" altLang="zh-CN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Sosna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effectLst/>
              </a:rPr>
              <a:t>, M. M. G., Twomey, C. R., Leblanc, S. P., </a:t>
            </a:r>
            <a:r>
              <a:rPr lang="en-US" altLang="zh-CN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Couzin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effectLst/>
              </a:rPr>
              <a:t>, I. D., &amp; </a:t>
            </a:r>
            <a:r>
              <a:rPr lang="en-US" altLang="zh-CN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Romanczuk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effectLst/>
              </a:rPr>
              <a:t>, P. (2022). Subcritical escape waves in schooling fish. 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  <a:effectLst/>
              </a:rPr>
              <a:t>Science Advances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effectLst/>
              </a:rPr>
              <a:t>, 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  <a:effectLst/>
              </a:rPr>
              <a:t>8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effectLst/>
              </a:rPr>
              <a:t>(25), eabm6385. 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effectLst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https://doi.org/10.1126/sciadv.abm6385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07570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151298" y="661325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36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347240" y="129262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– algorithm &amp; code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FB2FABE-7BD8-4262-F92D-CA98FC55A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896" y="1714351"/>
            <a:ext cx="9076207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143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151298" y="661325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37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347240" y="129262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– algorithm &amp; code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5C5D24BD-9863-449F-B14F-A2DEA7855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129" y="966224"/>
            <a:ext cx="7119212" cy="343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0EEBF66-731F-4622-1040-9AC936402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195" y="5015678"/>
            <a:ext cx="6226080" cy="693480"/>
          </a:xfrm>
          <a:prstGeom prst="rect">
            <a:avLst/>
          </a:prstGeom>
        </p:spPr>
      </p:pic>
      <p:sp>
        <p:nvSpPr>
          <p:cNvPr id="19" name="左大括号 18">
            <a:extLst>
              <a:ext uri="{FF2B5EF4-FFF2-40B4-BE49-F238E27FC236}">
                <a16:creationId xmlns:a16="http://schemas.microsoft.com/office/drawing/2014/main" id="{343DFD1D-3D17-64A4-BB49-03AF65D4D835}"/>
              </a:ext>
            </a:extLst>
          </p:cNvPr>
          <p:cNvSpPr/>
          <p:nvPr/>
        </p:nvSpPr>
        <p:spPr>
          <a:xfrm rot="16200000">
            <a:off x="5117107" y="1743567"/>
            <a:ext cx="449257" cy="5764196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幻灯片缩放定位 3">
                <a:extLst>
                  <a:ext uri="{FF2B5EF4-FFF2-40B4-BE49-F238E27FC236}">
                    <a16:creationId xmlns:a16="http://schemas.microsoft.com/office/drawing/2014/main" id="{AB1A2DE7-6230-0AEF-9EF2-8C14CE69F0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8204748"/>
                  </p:ext>
                </p:extLst>
              </p:nvPr>
            </p:nvGraphicFramePr>
            <p:xfrm>
              <a:off x="8901341" y="226305"/>
              <a:ext cx="3048000" cy="1714500"/>
            </p:xfrm>
            <a:graphic>
              <a:graphicData uri="http://schemas.microsoft.com/office/powerpoint/2016/slidezoom">
                <pslz:sldZm>
                  <pslz:sldZmObj sldId="392" cId="396055559">
                    <pslz:zmPr id="{F3919303-AA8C-4A4D-A351-CA9D17CCCF43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幻灯片缩放定位 3">
                <a:extLst>
                  <a:ext uri="{FF2B5EF4-FFF2-40B4-BE49-F238E27FC236}">
                    <a16:creationId xmlns:a16="http://schemas.microsoft.com/office/drawing/2014/main" id="{AB1A2DE7-6230-0AEF-9EF2-8C14CE69F0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01341" y="226305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901774A5-20AF-A758-BAB3-F896CE205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445" y="3946849"/>
            <a:ext cx="4701947" cy="3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26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151298" y="661325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38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347240" y="129262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– algorithm &amp; code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5C5D24BD-9863-449F-B14F-A2DEA7855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708" y="804859"/>
            <a:ext cx="7119212" cy="343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0EEBF66-731F-4622-1040-9AC936402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774" y="4854313"/>
            <a:ext cx="6226080" cy="693480"/>
          </a:xfrm>
          <a:prstGeom prst="rect">
            <a:avLst/>
          </a:prstGeom>
        </p:spPr>
      </p:pic>
      <p:sp>
        <p:nvSpPr>
          <p:cNvPr id="19" name="左大括号 18">
            <a:extLst>
              <a:ext uri="{FF2B5EF4-FFF2-40B4-BE49-F238E27FC236}">
                <a16:creationId xmlns:a16="http://schemas.microsoft.com/office/drawing/2014/main" id="{343DFD1D-3D17-64A4-BB49-03AF65D4D835}"/>
              </a:ext>
            </a:extLst>
          </p:cNvPr>
          <p:cNvSpPr/>
          <p:nvPr/>
        </p:nvSpPr>
        <p:spPr>
          <a:xfrm rot="16200000">
            <a:off x="5579686" y="1582202"/>
            <a:ext cx="449257" cy="5764196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A8A04586-03B4-5A07-B5FF-A9340185EE2C}"/>
              </a:ext>
            </a:extLst>
          </p:cNvPr>
          <p:cNvSpPr/>
          <p:nvPr/>
        </p:nvSpPr>
        <p:spPr>
          <a:xfrm>
            <a:off x="2244708" y="804859"/>
            <a:ext cx="7119212" cy="3433575"/>
          </a:xfrm>
          <a:custGeom>
            <a:avLst/>
            <a:gdLst>
              <a:gd name="connsiteX0" fmla="*/ 1275296 w 7119212"/>
              <a:gd name="connsiteY0" fmla="*/ 285244 h 3433575"/>
              <a:gd name="connsiteX1" fmla="*/ 1275296 w 7119212"/>
              <a:gd name="connsiteY1" fmla="*/ 803981 h 3433575"/>
              <a:gd name="connsiteX2" fmla="*/ 6806146 w 7119212"/>
              <a:gd name="connsiteY2" fmla="*/ 803981 h 3433575"/>
              <a:gd name="connsiteX3" fmla="*/ 6806146 w 7119212"/>
              <a:gd name="connsiteY3" fmla="*/ 285244 h 3433575"/>
              <a:gd name="connsiteX4" fmla="*/ 0 w 7119212"/>
              <a:gd name="connsiteY4" fmla="*/ 0 h 3433575"/>
              <a:gd name="connsiteX5" fmla="*/ 7119212 w 7119212"/>
              <a:gd name="connsiteY5" fmla="*/ 0 h 3433575"/>
              <a:gd name="connsiteX6" fmla="*/ 7119212 w 7119212"/>
              <a:gd name="connsiteY6" fmla="*/ 3433575 h 3433575"/>
              <a:gd name="connsiteX7" fmla="*/ 0 w 7119212"/>
              <a:gd name="connsiteY7" fmla="*/ 3433575 h 34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19212" h="3433575">
                <a:moveTo>
                  <a:pt x="1275296" y="285244"/>
                </a:moveTo>
                <a:lnTo>
                  <a:pt x="1275296" y="803981"/>
                </a:lnTo>
                <a:lnTo>
                  <a:pt x="6806146" y="803981"/>
                </a:lnTo>
                <a:lnTo>
                  <a:pt x="6806146" y="285244"/>
                </a:lnTo>
                <a:close/>
                <a:moveTo>
                  <a:pt x="0" y="0"/>
                </a:moveTo>
                <a:lnTo>
                  <a:pt x="7119212" y="0"/>
                </a:lnTo>
                <a:lnTo>
                  <a:pt x="7119212" y="3433575"/>
                </a:lnTo>
                <a:lnTo>
                  <a:pt x="0" y="3433575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4CFFA57-ADA2-E7C6-A443-0F895D5494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953" y="1684016"/>
            <a:ext cx="9579170" cy="5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5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151298" y="661325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39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347240" y="129262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– algorithm &amp; code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0EEBF66-731F-4622-1040-9AC936402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40" y="1019841"/>
            <a:ext cx="6226080" cy="69348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4CFFA57-ADA2-E7C6-A443-0F895D549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29" y="1680779"/>
            <a:ext cx="9579170" cy="59441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2212D5A-E996-71C9-6EA0-7679EB453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865" y="3866468"/>
            <a:ext cx="8740897" cy="7163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41A09A-AB48-408A-37E0-3F594B8164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2555" y="3243324"/>
            <a:ext cx="5639046" cy="6083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CA73DDD-8867-9800-FB8F-E96A24E693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4855" y="3336701"/>
            <a:ext cx="4893491" cy="42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0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151298" y="661325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40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347240" y="129262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– algorithm &amp; code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0EEBF66-731F-4622-1040-9AC936402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40" y="1019841"/>
            <a:ext cx="6226080" cy="69348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4CFFA57-ADA2-E7C6-A443-0F895D549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29" y="1680779"/>
            <a:ext cx="9579170" cy="59441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2212D5A-E996-71C9-6EA0-7679EB453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888" y="3032075"/>
            <a:ext cx="8740897" cy="7163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41A09A-AB48-408A-37E0-3F594B8164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3578" y="2408931"/>
            <a:ext cx="5639046" cy="6083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CA73DDD-8867-9800-FB8F-E96A24E693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5878" y="2502308"/>
            <a:ext cx="4893491" cy="42156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BD2F333-E3CB-92D7-C5B1-1D5C73E969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3629" y="4408572"/>
            <a:ext cx="5799323" cy="66299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71DFE53-E2D6-7E74-88D7-8A31BAAFC3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6352" y="3853049"/>
            <a:ext cx="2990833" cy="38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80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151298" y="661325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41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347240" y="129262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– algorithm &amp; code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0EEBF66-731F-4622-1040-9AC936402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60" y="988079"/>
            <a:ext cx="4636718" cy="51645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4CFFA57-ADA2-E7C6-A443-0F895D549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13" y="1451971"/>
            <a:ext cx="7133848" cy="44267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2212D5A-E996-71C9-6EA0-7679EB453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5990" y="2461129"/>
            <a:ext cx="7239775" cy="5933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41A09A-AB48-408A-37E0-3F594B8164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250" y="1963979"/>
            <a:ext cx="4834104" cy="5214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CA73DDD-8867-9800-FB8F-E96A24E693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0480" y="2044026"/>
            <a:ext cx="4194973" cy="36139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BD2F333-E3CB-92D7-C5B1-1D5C73E969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2384" y="3551600"/>
            <a:ext cx="5012432" cy="57303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71DFE53-E2D6-7E74-88D7-8A31BAAFC3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5044" y="3147245"/>
            <a:ext cx="2990833" cy="38674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CEBE1A0-5F29-5C58-3833-63A9C7EC67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746" y="5247276"/>
            <a:ext cx="11400508" cy="876376"/>
          </a:xfrm>
          <a:prstGeom prst="rect">
            <a:avLst/>
          </a:prstGeom>
        </p:spPr>
      </p:pic>
      <p:pic>
        <p:nvPicPr>
          <p:cNvPr id="27650" name="Picture 2">
            <a:extLst>
              <a:ext uri="{FF2B5EF4-FFF2-40B4-BE49-F238E27FC236}">
                <a16:creationId xmlns:a16="http://schemas.microsoft.com/office/drawing/2014/main" id="{7980CF0C-B4E6-0D39-4319-CB1738179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028" y="2809109"/>
            <a:ext cx="4009711" cy="215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860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151298" y="661325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42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347240" y="129262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– algorithm &amp; code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0EEBF66-731F-4622-1040-9AC936402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60" y="988079"/>
            <a:ext cx="4636718" cy="51645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4CFFA57-ADA2-E7C6-A443-0F895D549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13" y="1451971"/>
            <a:ext cx="7133848" cy="44267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2212D5A-E996-71C9-6EA0-7679EB453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5990" y="2461129"/>
            <a:ext cx="7239775" cy="5933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41A09A-AB48-408A-37E0-3F594B8164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250" y="1963979"/>
            <a:ext cx="4834104" cy="5214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CA73DDD-8867-9800-FB8F-E96A24E693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0480" y="2044026"/>
            <a:ext cx="4194973" cy="36139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BD2F333-E3CB-92D7-C5B1-1D5C73E969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2384" y="3551600"/>
            <a:ext cx="5012432" cy="57303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71DFE53-E2D6-7E74-88D7-8A31BAAFC3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5044" y="3147245"/>
            <a:ext cx="2990833" cy="38674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CEBE1A0-5F29-5C58-3833-63A9C7EC67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746" y="5247276"/>
            <a:ext cx="11400508" cy="876376"/>
          </a:xfrm>
          <a:prstGeom prst="rect">
            <a:avLst/>
          </a:prstGeom>
        </p:spPr>
      </p:pic>
      <p:pic>
        <p:nvPicPr>
          <p:cNvPr id="27650" name="Picture 2">
            <a:extLst>
              <a:ext uri="{FF2B5EF4-FFF2-40B4-BE49-F238E27FC236}">
                <a16:creationId xmlns:a16="http://schemas.microsoft.com/office/drawing/2014/main" id="{7980CF0C-B4E6-0D39-4319-CB1738179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028" y="2809109"/>
            <a:ext cx="4009711" cy="215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095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151298" y="661325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43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347240" y="129262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– algorithm &amp; code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7980CF0C-B4E6-0D39-4319-CB1738179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107" y="3908704"/>
            <a:ext cx="4009711" cy="215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2" name="Picture 2">
            <a:extLst>
              <a:ext uri="{FF2B5EF4-FFF2-40B4-BE49-F238E27FC236}">
                <a16:creationId xmlns:a16="http://schemas.microsoft.com/office/drawing/2014/main" id="{D850B512-8BE4-2F7D-943D-24611B7B1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40" y="928621"/>
            <a:ext cx="8252166" cy="343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C49E6276-ADC1-0ADD-FA82-249C1ED5CA72}"/>
              </a:ext>
            </a:extLst>
          </p:cNvPr>
          <p:cNvSpPr/>
          <p:nvPr/>
        </p:nvSpPr>
        <p:spPr>
          <a:xfrm flipV="1">
            <a:off x="4589695" y="2141316"/>
            <a:ext cx="3813525" cy="20487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E3BCD9B-DA72-6D52-80D0-8BD461F6F320}"/>
              </a:ext>
            </a:extLst>
          </p:cNvPr>
          <p:cNvCxnSpPr>
            <a:cxnSpLocks/>
            <a:stCxn id="27650" idx="1"/>
          </p:cNvCxnSpPr>
          <p:nvPr/>
        </p:nvCxnSpPr>
        <p:spPr>
          <a:xfrm flipH="1" flipV="1">
            <a:off x="6400800" y="4190035"/>
            <a:ext cx="1167307" cy="79662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0E5881F-CF98-185B-FD30-B30E4E5F251C}"/>
              </a:ext>
            </a:extLst>
          </p:cNvPr>
          <p:cNvSpPr txBox="1"/>
          <p:nvPr/>
        </p:nvSpPr>
        <p:spPr>
          <a:xfrm>
            <a:off x="151298" y="4400776"/>
            <a:ext cx="9042437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PI containing the two absorbing states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R containing the transition probabilities to an absorbing state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Q with all the remaining transition probabilities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Vector Z is probabilities of the initial evidence states</a:t>
            </a:r>
          </a:p>
        </p:txBody>
      </p:sp>
    </p:spTree>
    <p:extLst>
      <p:ext uri="{BB962C8B-B14F-4D97-AF65-F5344CB8AC3E}">
        <p14:creationId xmlns:p14="http://schemas.microsoft.com/office/powerpoint/2010/main" val="119413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151298" y="661325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44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347240" y="129262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– algorithm &amp; code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7980CF0C-B4E6-0D39-4319-CB1738179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107" y="3908704"/>
            <a:ext cx="4009711" cy="215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2" name="Picture 2">
            <a:extLst>
              <a:ext uri="{FF2B5EF4-FFF2-40B4-BE49-F238E27FC236}">
                <a16:creationId xmlns:a16="http://schemas.microsoft.com/office/drawing/2014/main" id="{D850B512-8BE4-2F7D-943D-24611B7B1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40" y="928621"/>
            <a:ext cx="8252166" cy="343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C49E6276-ADC1-0ADD-FA82-249C1ED5CA72}"/>
              </a:ext>
            </a:extLst>
          </p:cNvPr>
          <p:cNvSpPr/>
          <p:nvPr/>
        </p:nvSpPr>
        <p:spPr>
          <a:xfrm flipV="1">
            <a:off x="4589695" y="2141316"/>
            <a:ext cx="3813525" cy="20487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E3BCD9B-DA72-6D52-80D0-8BD461F6F320}"/>
              </a:ext>
            </a:extLst>
          </p:cNvPr>
          <p:cNvCxnSpPr>
            <a:cxnSpLocks/>
            <a:stCxn id="27650" idx="1"/>
          </p:cNvCxnSpPr>
          <p:nvPr/>
        </p:nvCxnSpPr>
        <p:spPr>
          <a:xfrm flipH="1" flipV="1">
            <a:off x="6400800" y="4190035"/>
            <a:ext cx="1167307" cy="79662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0E5881F-CF98-185B-FD30-B30E4E5F251C}"/>
              </a:ext>
            </a:extLst>
          </p:cNvPr>
          <p:cNvSpPr txBox="1"/>
          <p:nvPr/>
        </p:nvSpPr>
        <p:spPr>
          <a:xfrm>
            <a:off x="151298" y="4400776"/>
            <a:ext cx="9042437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PI containing the two absorbing states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R containing the transition probabilities to an absorbing state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Q with all the remaining transition probabilities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111111"/>
                </a:solidFill>
                <a:latin typeface="Roboto" panose="02000000000000000000" pitchFamily="2" charset="0"/>
              </a:rPr>
              <a:t>Vector Z is probabilities of the initial evidence states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B6C46AA8-66AE-7155-4C28-DDE8DAC7B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1868" y="2934458"/>
            <a:ext cx="7868755" cy="96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29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151298" y="661325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45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347240" y="129262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– algorithm &amp; code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28086E-97F0-218C-9FD7-CE51B1249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093" y="3059550"/>
            <a:ext cx="6676084" cy="4496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DDDF9BD-6299-53D0-8087-F14182B78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69" y="4131777"/>
            <a:ext cx="6340389" cy="62489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24758C-896F-7592-1A57-A1EA775A3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364" y="5061819"/>
            <a:ext cx="7868755" cy="967023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3C81A9F-0F4D-B0D8-82BD-67FEB64EFDAF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 flipV="1">
            <a:off x="3695364" y="3509234"/>
            <a:ext cx="2030771" cy="62254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FC133C8-8FD5-0BBD-70D4-B0E5328173F5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7002683" y="3509233"/>
            <a:ext cx="627059" cy="155258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030B2187-CED6-376B-9839-D5CED011FF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8785" y="1664756"/>
            <a:ext cx="6363251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332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151298" y="661325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46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347240" y="129262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– DE MCMC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944FECA-5A3A-8E4C-7E52-A2DF126642ED}"/>
              </a:ext>
            </a:extLst>
          </p:cNvPr>
          <p:cNvGrpSpPr/>
          <p:nvPr/>
        </p:nvGrpSpPr>
        <p:grpSpPr>
          <a:xfrm>
            <a:off x="1028129" y="844063"/>
            <a:ext cx="4099455" cy="5379856"/>
            <a:chOff x="785062" y="942077"/>
            <a:chExt cx="3253538" cy="435912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13DD523-20AA-54A9-3F57-332731262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5063" y="942077"/>
              <a:ext cx="3253537" cy="2093212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C57EF7E-932D-3494-FF1B-9CBD3F417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5062" y="3012139"/>
              <a:ext cx="3253537" cy="1434355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858B9C11-F88A-6DEF-35A5-B8DC70144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5062" y="4344855"/>
              <a:ext cx="3242932" cy="956350"/>
            </a:xfrm>
            <a:prstGeom prst="rect">
              <a:avLst/>
            </a:prstGeom>
          </p:spPr>
        </p:pic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50B17BD1-762B-4C7C-67E2-ED7F7B0F04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044" y="1430707"/>
            <a:ext cx="3344667" cy="393628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4055BEA-06DD-B56A-783B-D178E3DF5C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5215" y="360975"/>
            <a:ext cx="2656745" cy="197666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8F1F40BB-D777-9128-4E0B-4722C05F94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5215" y="2584167"/>
            <a:ext cx="2722153" cy="339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85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151298" y="661325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47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347240" y="129262"/>
            <a:ext cx="590309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sDDM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– algorithm &amp; code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58B9BE-CA69-086F-E684-3E2861B6F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50" y="1337731"/>
            <a:ext cx="6548544" cy="47760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5E39E4B-ED8E-0062-90AB-5846053E6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27" y="1977541"/>
            <a:ext cx="5639046" cy="60832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CCD5D4B-4525-6D40-9B04-D6ECA6DE5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069" y="2709987"/>
            <a:ext cx="4893491" cy="421568"/>
          </a:xfrm>
          <a:prstGeom prst="rect">
            <a:avLst/>
          </a:prstGeom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5C5D24BD-9863-449F-B14F-A2DEA7855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554" y="3583032"/>
            <a:ext cx="5581551" cy="269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96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48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399011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Validation --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ppc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3665A282-C418-8ADA-875F-4E78058A8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191" y="2276475"/>
            <a:ext cx="471487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3">
            <a:extLst>
              <a:ext uri="{FF2B5EF4-FFF2-40B4-BE49-F238E27FC236}">
                <a16:creationId xmlns:a16="http://schemas.microsoft.com/office/drawing/2014/main" id="{B17CDB88-F56D-1B96-8179-C3409E714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936" y="2276475"/>
            <a:ext cx="46672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2173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D81F64-A4BD-4241-A358-AC71F804FACC}"/>
              </a:ext>
            </a:extLst>
          </p:cNvPr>
          <p:cNvCxnSpPr/>
          <p:nvPr/>
        </p:nvCxnSpPr>
        <p:spPr>
          <a:xfrm>
            <a:off x="718457" y="1170611"/>
            <a:ext cx="683000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DBBE9-2194-43FF-93CC-48B687E1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49</a:t>
            </a:fld>
            <a:endParaRPr lang="en-US"/>
          </a:p>
        </p:txBody>
      </p:sp>
      <p:sp>
        <p:nvSpPr>
          <p:cNvPr id="12" name="右progress">
            <a:extLst>
              <a:ext uri="{FF2B5EF4-FFF2-40B4-BE49-F238E27FC236}">
                <a16:creationId xmlns:a16="http://schemas.microsoft.com/office/drawing/2014/main" id="{81AE3E5D-B057-F679-B0A6-C1C1F44A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7081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左progress">
            <a:extLst>
              <a:ext uri="{FF2B5EF4-FFF2-40B4-BE49-F238E27FC236}">
                <a16:creationId xmlns:a16="http://schemas.microsoft.com/office/drawing/2014/main" id="{042D50D8-F5A7-A830-52CF-E68E4A8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7506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58F882B-AF92-6D36-1897-7B28446BE8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67744" y="6408709"/>
            <a:ext cx="438912" cy="448056"/>
          </a:xfrm>
          <a:prstGeom prst="rect">
            <a:avLst/>
          </a:prstGeom>
        </p:spPr>
        <p:txBody>
          <a:bodyPr lIns="109728" tIns="109728" rIns="109728" bIns="9144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389E6-C847-4AD0-B56D-D205B2EAB1EE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87091-133D-DADE-F14C-D708A91420A6}"/>
              </a:ext>
            </a:extLst>
          </p:cNvPr>
          <p:cNvSpPr txBox="1"/>
          <p:nvPr/>
        </p:nvSpPr>
        <p:spPr>
          <a:xfrm>
            <a:off x="914399" y="638548"/>
            <a:ext cx="3990110" cy="456888"/>
          </a:xfrm>
          <a:prstGeom prst="rect">
            <a:avLst/>
          </a:prstGeom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Validation -- recovery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78232C-8E4A-DA99-5241-64D505AFD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901" y="1509853"/>
            <a:ext cx="6556218" cy="436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252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97">
        <p159:morph option="byChar"/>
      </p:transition>
    </mc:Choice>
    <mc:Fallback xmlns="">
      <p:transition advTm="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radientRiseVTI">
  <a:themeElements>
    <a:clrScheme name="AnalogousFromLightSeed_2SEEDS">
      <a:dk1>
        <a:srgbClr val="000000"/>
      </a:dk1>
      <a:lt1>
        <a:srgbClr val="FFFFFF"/>
      </a:lt1>
      <a:dk2>
        <a:srgbClr val="242E41"/>
      </a:dk2>
      <a:lt2>
        <a:srgbClr val="E2E5E8"/>
      </a:lt2>
      <a:accent1>
        <a:srgbClr val="BA9E7F"/>
      </a:accent1>
      <a:accent2>
        <a:srgbClr val="C49791"/>
      </a:accent2>
      <a:accent3>
        <a:srgbClr val="A5A27D"/>
      </a:accent3>
      <a:accent4>
        <a:srgbClr val="7BA9B8"/>
      </a:accent4>
      <a:accent5>
        <a:srgbClr val="90A1C3"/>
      </a:accent5>
      <a:accent6>
        <a:srgbClr val="847FBA"/>
      </a:accent6>
      <a:hlink>
        <a:srgbClr val="6184AA"/>
      </a:hlink>
      <a:folHlink>
        <a:srgbClr val="7F7F7F"/>
      </a:folHlink>
    </a:clrScheme>
    <a:fontScheme name="Avenir">
      <a:majorFont>
        <a:latin typeface="DengXian"/>
        <a:ea typeface=""/>
        <a:cs typeface=""/>
      </a:majorFont>
      <a:minorFont>
        <a:latin typeface="DengXi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rot="0" spcFirstLastPara="0" vertOverflow="overflow" horzOverflow="overflow" vert="horz" lIns="0" tIns="0" rIns="0" bIns="0" numCol="1" spcCol="0" rtlCol="0" fromWordArt="0" anchor="t" anchorCtr="0" forceAA="0" compatLnSpc="1">
        <a:prstTxWarp prst="textNoShape">
          <a:avLst/>
        </a:prstTxWarp>
        <a:normAutofit fontScale="77500" lnSpcReduction="20000"/>
      </a:bodyPr>
      <a:lstStyle>
        <a:defPPr indent="-228600" algn="l">
          <a:lnSpc>
            <a:spcPct val="120000"/>
          </a:lnSpc>
          <a:spcAft>
            <a:spcPts val="600"/>
          </a:spcAft>
          <a:buFont typeface="Arial" panose="020B0604020202020204" pitchFamily="34" charset="0"/>
          <a:buChar char="•"/>
          <a:defRPr dirty="0">
            <a:latin typeface="宋体" panose="02010600030101010101" pitchFamily="2" charset="-122"/>
            <a:ea typeface="宋体" panose="0201060003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5537E5D81A127441A94971039E1CBF8B" ma:contentTypeVersion="14" ma:contentTypeDescription="新建文档。" ma:contentTypeScope="" ma:versionID="abebded31754ec8e0c39d058c0e19afa">
  <xsd:schema xmlns:xsd="http://www.w3.org/2001/XMLSchema" xmlns:xs="http://www.w3.org/2001/XMLSchema" xmlns:p="http://schemas.microsoft.com/office/2006/metadata/properties" xmlns:ns3="58cb181c-c53e-4e62-861c-5e5c4c19050b" xmlns:ns4="59f2894d-02d3-4aec-a300-31876e901fc6" targetNamespace="http://schemas.microsoft.com/office/2006/metadata/properties" ma:root="true" ma:fieldsID="39f09836e648cd56468127d409e995cc" ns3:_="" ns4:_="">
    <xsd:import namespace="58cb181c-c53e-4e62-861c-5e5c4c19050b"/>
    <xsd:import namespace="59f2894d-02d3-4aec-a300-31876e901fc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cb181c-c53e-4e62-861c-5e5c4c190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f2894d-02d3-4aec-a300-31876e901fc6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共享提示哈希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996B85-4A80-4654-8643-33ED9CA3B4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FA36A4-ADB2-47DA-9C6D-AAF8E7A192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cb181c-c53e-4e62-861c-5e5c4c19050b"/>
    <ds:schemaRef ds:uri="59f2894d-02d3-4aec-a300-31876e901f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43BD25-1A63-4D51-91FE-B587760DC5D7}">
  <ds:schemaRefs>
    <ds:schemaRef ds:uri="58cb181c-c53e-4e62-861c-5e5c4c19050b"/>
    <ds:schemaRef ds:uri="59f2894d-02d3-4aec-a300-31876e901fc6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11776</TotalTime>
  <Words>1437</Words>
  <Application>Microsoft Office PowerPoint</Application>
  <PresentationFormat>宽屏</PresentationFormat>
  <Paragraphs>324</Paragraphs>
  <Slides>49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6" baseType="lpstr">
      <vt:lpstr>DengXian</vt:lpstr>
      <vt:lpstr>DengXian</vt:lpstr>
      <vt:lpstr>黑体</vt:lpstr>
      <vt:lpstr>宋体</vt:lpstr>
      <vt:lpstr>Arial</vt:lpstr>
      <vt:lpstr>Roboto</vt:lpstr>
      <vt:lpstr>GradientRiseVTI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晚坷 潘</cp:lastModifiedBy>
  <cp:revision>40</cp:revision>
  <dcterms:created xsi:type="dcterms:W3CDTF">2021-11-02T07:13:30Z</dcterms:created>
  <dcterms:modified xsi:type="dcterms:W3CDTF">2022-09-05T02:28:45Z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0x0101005537E5D81A127441A94971039E1CBF8B</vt:lpwstr>
  </property>
</Properties>
</file>